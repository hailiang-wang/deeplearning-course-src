
<file path=[Content_Types].xml><?xml version="1.0" encoding="utf-8"?>
<Types xmlns="http://schemas.openxmlformats.org/package/2006/content-types">
  <Default Extension="tiff" ContentType="image/tiff"/>
  <Default Extension="png" ContentType="image/png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309" r:id="rId3"/>
    <p:sldId id="31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313" r:id="rId15"/>
    <p:sldId id="317" r:id="rId16"/>
    <p:sldId id="316" r:id="rId17"/>
    <p:sldId id="314" r:id="rId18"/>
    <p:sldId id="315" r:id="rId19"/>
    <p:sldId id="267" r:id="rId21"/>
    <p:sldId id="311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312" r:id="rId46"/>
    <p:sldId id="291" r:id="rId47"/>
    <p:sldId id="292" r:id="rId48"/>
    <p:sldId id="293" r:id="rId49"/>
    <p:sldId id="300" r:id="rId5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30"/>
    <p:restoredTop sz="94653"/>
  </p:normalViewPr>
  <p:slideViewPr>
    <p:cSldViewPr snapToGrid="0" snapToObjects="1">
      <p:cViewPr varScale="1">
        <p:scale>
          <a:sx n="120" d="100"/>
          <a:sy n="120" d="100"/>
        </p:scale>
        <p:origin x="57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3:4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896.000 1980.333 767,'-7.668'9.075'0,"1.180"-0.802"0,-4.843 6.013 0,-2.776 2.929-19,-0.647 0.213 13,-1.732 1.437 0,2.869-3.083 2,-0.156 0.736 0,-4.961 6.900 0,-1.948 3.214 1,-1.156 2.290 2,1.271-0.899-1,2.035-1.982-3,2.343-2.495 0,3.955-5.589 1,-0.859 1.191 4,-4.849 6.249 3,-1.270 0.612-1,1.783-2.553 0,0.319-0.083 0,0.851-1.741-2,-2.007 1.593-2,-8.860 9.766 3,0.267-1.323-1,8.000-9.891-4,0.696-1.260 0,0.674-1.205 0,-5.963 4.881 4,0.578-2.602 6,3.513-4.336-3,1.803-2.274 0,1.906-2.043 1,5.479-4.214-1,0.576 0.214 0,-1.484 2.264 2,0.778-0.138 0,0.718-0.320-3,-2.468 4.509 1,-2.105 4.643-2,2.292-1.679-3,-0.171 2.114-2,0.099 1.882-1,-4.350 8.368-1,-2.031 1.907-1,2.359-4.562 3,-1.511 2.748-1,-1.588 3.198 2,-4.965 8.723 0,-0.383 0.142-4,0.308-1.335-1,0.741-2.217 0,8.861-14.917 3,-11.090 22.495-1,1.896 2.909 6,5.485-8.549 14,1.977-2.419 10,1.905-3.192-32,1.916-1.539 0,1.063 1.608 1,-0.436 8.275 21,2.308-1.769-12,2.238-1.031-3,1.997-0.495 1,2.025-3.707 6,1.712-3.414-3,1.474-3.703-3,1.202-3.572 1,0.937-3.191-2,0.692-2.691 1,4.450-0.926 0,3.820 2.533 0,2.693 1.268 0,3.429 2.499 0,1.411-0.233 0,0.735-0.774 0,5.233 5.453 1,-1.237-1.526-3,-1.892-1.552 0,-2.118-1.430 0,-5.854-7.308 9,-0.043 0.241 0,0.340 0.632-3,5.355 6.820-1,-0.632-2.045-6,-1.071-2.877 0,-1.242-3.125 1,-6.311-8.075 0,8.725 5.758 5,3.986 0.913 1,6.531 2.152 1,2.786-0.399 0,-4.056-3.677-12,3.029 0.304-1,3.388 0.518 0,15.291 5.109 5,-2.003-2.240-5,-2.595-2.001-1,-2.722-1.681 1,-9.620-3.489 3,-2.773-0.904 26,-2.642-0.718-16,-2.390-0.549-1,-2.073-0.401-2,-3.104-0.686-3,-1.687-0.274 1,1.478 1.013 0,14.947 7.005 10,2.116 0.848 6,1.813-0.018-26,1.470-0.540 1,-10.569-4.929 5,0.503-0.609 1,0.638-0.592 1,16.171 2.978 1,5.390-0.572-2,5.269-1.429-1,4.727-1.822-2,-4.363-2.132 0,-4.763-1.626 1,-6.374-1.431 0,-6.857-1.193 2,-16.123-1.270 1,-2.668-0.361 0,2.273-0.235 11,-4.324-0.402 1,-3.836-0.283 13,-3.264-0.190 5,-2.677-0.111-24,-2.114-0.056-2,2.193-0.270 2,2.289-0.006 5,-0.423 0.356-3,0.415 0.086-9,1.561 0.044 0,1.238 0.040 0,0.941 0.033-1,-1.130 0.033 1,1.735 0.015 0,6.404 0.013-1,5.511 0.013 0,7.989 0.009 2,2.894 0.007-3,2.153 0.004-3,1.520 0.001-2,6.403-0.979 3,1.769-1.485 4,-14.836-0.022 2,-1.797-0.704-1,-2.190-0.681 0,3.735-2.215 0,-1.633-1.641 0,-1.177-1.630 7,-0.800-1.516 3,-8.974 2.329-9,-0.556-0.466-1,6.859-3.266-1,1.222-0.396 0,9.216-4.707 11,7.930-4.736 4,10.443-4.888-20,2.098-0.195-5,-1.211 0.435 0,-3.101 0.775 1,-4.901 1.801 7,-5.554 2.263 7,-15.849 7.401 3,-3.586 1.368 1,-3.429 1.264-1,2.222-2.495 8,-3.610 0.623 1,-2.634 0.205 2,-1.813-0.071-16,-7.247 5.625 0,2.779-3.594 0,-0.220-1.129-1,1.323-2.480 1,0.704-1.317 12,0.908-1.172-8,3.633-5.422-10,-1.800 0.725 1,-0.679-1.399 0,0.057-2.559 0,-0.392-1.070 16,-0.629-0.075-15,-1.304 1.259 1,-0.364-0.452 0,-0.254-0.548 5,-0.162-0.564-4,-0.093-0.528-3,-3.536 6.683 1,-0.874 0.136 0,2.099-9.795-2,-0.568-2.089 0,-3.290 9.003 23,-0.759 0.072-4,-0.807 0.192-16,0.303-8.507-2,-1.377 1.358 2,-1.172 0.755 4,-0.940 0.323 0,-0.717 0.969 6,-0.519 1.272-5,-0.097 4.752-2,0.182 0.003 0,0.312-0.339 3,0.379-0.544-3,0.396-0.645-4,0.385-0.671-1,0.047 1.052 0,-0.043 0.596 1,-0.148 0.864-1,-0.210 0.994 1,0.006-9.483 4,-0.365-7.568 13,-0.528 5.980-9,-0.956-23.234-12,-1.669-9.139 0,-1.505 9.515 3,-2.330-0.834 2,-5.961-13.127-13,-4.648 1.147 0,-4.206 2.061 13,-3.562 2.433 5,4.328 17.269-10,-0.217 4.321 1,0.180 4.533 1,-0.456 2.354 0,-3.470-3.746-1,-14.303-19.156 68,-2.731-0.280-70,11.814 18.053 3,1.518 2.675 0,2.028 3.027 0,1.304 3.147 3,0.728 3.086 2,0.284 2.898 1,-3.341-0.758 16,2.043 4.415-2,2.406 4.103-10,2.481 3.621 0,2.363 3.060-1,4.667 4.289 2,-7.019-2.103 3,-2.138 0.656-2,-9.992-2.576-4,0.740 0.429 0,5.186 2.785 0,-1.321 1.032-4,-6.798 0.110-1,0.657 1.620 5,9.128 2.202-3,-0.485 0.689 0,-0.872 0.603 0,-11.276 0.305 4,-0.653 0.717-7,4.870 0.480 1,2.390 0.284 0,2.800 0.181 3,2.854 0.102 1,2.680 0.042 0,-13.375-0.001 1,-3.706-0.082-3,-28.376 0.055-7,-8.073-0.053-1,-1.024-0.055 0,3.325-0.051-11,6.589-0.045 6,7.977-0.036 7,19.881-0.034 2,3.300-0.013 17,2.672-0.010 0,-7.695 0.369 16,3.129 0.568-23,2.519 0.642 0,1.931 0.634-5,1.407 0.575-2,2.991-0.113-1,0.158-0.138 1,5.494-0.192 0,-0.531 0.611 1,-13.023 2.605 19,-5.114 1.341-6,-2.265 0.193-14,-0.344-0.516-5,1.830 0.080-1,2.977 0.434 1,5.840-0.564 7,5.342-0.763 2,5.319-0.954 3,4.858-0.993-1,4.167-0.932 0,3.393-0.817 4,2.744-0.578-2,-0.769 0.353 1,4.035 3.258 0,0.203 0.149-1,-0.681-0.651 0,-4.664 1.150-1,2.289-2.060-6,-1.194 0.558 1,-0.764 0.360-1,-0.437 0.208 0,-0.197 0.095-1,-4.836 1.242-1,-2.557 0.097-1,-15.820 4.922 0,4.582-2.036 2,2.677-1.097-4,3.926-1.388 0,4.319-1.441 1,4.161-1.338 1,3.689-1.157 1,3.069-0.942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3:4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4778.000 2193.333 767,'-5.256'8.010'0,"1.195"-1.821"0,-1.083 1.649 0,-3.447 2.824 0,-3.989 2.398 0,-5.119 4.072-24,-5.347 4.719 19,-0.828 0.344-1,-2.064 1.440-1,-1.362 0.764-1,-0.814 0.276 0,4.589-3.982 2,-1.655 1.706 1,-1.499 1.667-1,-1.319 1.562-1,-6.834 8.180 7,-3.996 6.449 3,3.352-1.920-4,0.326 1.015-3,1.229-0.126-4,-9.960 16.748-5,3.662 1.946 0,4.861-3.049 10,5.149-5.797 9,4.822-5.021-4,4.195-4.107 1,4.638-6.737 16,2.012-2.550 0,1.416-2.003-12,0.930-1.507-4,0.551-1.079-6,-1.572 4.216 0,-0.939 3.039-1,4.228-8.682 2,0.730 0.133 4,0.951-0.068 1,0.321 2.808 0,1.385-0.580 0,0.528 6.832 0,1.734 1.334-2,1.427 0.529 7,1.117-0.004-8,0.864-5.933-3,0.442 0.199 0,0.322 0.391 4,0.223 0.491 0,0.141 0.530-6,0.365-16.983 2,3.604 22.667-3,2.315 3.548 0,7.932 21.322 2,7.346 14.265 16,4.407 5.664-32,2.243-0.033 2,-6.380-24.826 5,1.956-3.148 1,2.271-3.440 0,12.495 11.676 11,0.044-7.960 11,-2.499-8.689-7,-3.814-8.353 1,-7.369-10.836 5,-1.341-3.766 9,-0.786-2.857 6,-0.366-2.070-13,-0.063-1.415-13,-2.713-3.223 0,0.566-1.063 0,0.774-0.966 0,9.031 2.729-1,-0.139-1.076 8,0.082-0.824 2,0.209-0.600 0,3.117 0.568-2,4.596 1.225-4,-7.296-2.976-1,0.020-0.718-5,-0.514-1.000 1,2.716-0.234-1,0.868-0.620 0,1.137-0.420 6,1.242-0.259 0,1.232-0.137-8,1.147-0.047 0,3.919-0.050-1,0.730-0.795 0,-2.723-1.304 1,2.484-0.760-1,-9.342-1.220 19,-0.266-0.410 5,17.580-0.826-8,-3.576-2.227-13,-15.676-0.339 3,-2.778-0.397 2,-2.686-0.193 7,1.930-0.584-2,-4.796 0.158-2,-4.528 0.287 5,-4.025 0.348-2,-3.406 0.360 0,-2.759 0.344 1,-1.320-0.558-1,-1.037-0.117-2,1.324-0.660-1,5.571-2.653 2,3.010-2.062 2,6.416-4.640-12,8.540-6.253-4,25.160-16.453-7,7.805-5.602-2,-11.101 5.491 2,1.951-3.320-1,1.448-3.334 0,8.991-8.727 5,-1.508-0.184 1,-3.162-1.440 2,-3.988-2.138 0,-4.221-2.425 13,-4.059-2.433 12,-3.660-2.257-27,-9.442 8.052 1,-3.544 0.513 1,-3.414 0.892 0,-2.510-5.257-1,-3.365-5.838 13,-3.626-4.659 33,-3.587-3.581-13,-1.565-18.747-29,-4.256 0.460 1,-8.129 22.271 2,-7.682-4.674 0,-8.870-6.337 3,-11.507-15.713-2,-5.639 2.589-14,-3.047 5.962 2,-1.131 7.819 0,0.214 8.550 2,1.094 8.487 1,-8.873-2.528 9,-0.753 5.535 4,-31.164-32.163 0,-10.017-6.809-2,-5.095-2.000 0,-16.920-15.223-1,-3.695-2.247-25,-21.441-21.443-18,11.031 10.985 11,15.661 15.950 25,17.063 17.529 15,33.661 35.207-3,8.906 9.797 18,8.197 9.216 9,1.376 2.306 29,11.047 11.176 18,8.989 8.636 7,6.985 6.363-84,5.175 4.430-1,10.026 8.929 22,-1.821 2.976-26,-14.198-2.092 11,-0.267-3.936-10,-4.094-0.172-1,-3.716-0.129-1,-0.614-0.713 0,-3.538-1.062-1,-13.295-0.823-4,-8.311 0.411 2,-7.669 0.897 3,-6.599 1.113-9,11.729 0.814 3,0.484 0.900 0,1.339 0.912 0,-8.684 4.984-2,-3.348 6.316 2,-1.074 4.604 32,0.460 3.167-18,1.954 2.003-8,6.482-0.504 1,7.345-1.492 2,7.298-1.989 4,6.688-2.142 0,5.315 2.392 4,-4.210 11.564 7,-0.869 8.713-11,-0.505 7.950 1,-0.229 6.962 0,-5.008 19.088-14,2.929 2.242-10,8.656-14.360 4,3.378-0.825 1,0.893 14.941 9,4.683 1.630 27,4.530-8.856-8,2.772-3.082-7,2.218-3.688-10,1.700-3.804 2,1.244-3.597-1,0.760-10.889 0,0.450-3.712 1,0.291-3.599 0,1.089 0.414 1,1.282-5.292 8,-0.219-8.995 19,0.143-1.945-2,2.007 4.261 5,1.089-3.431-12,-1.579-7.665-14,-0.165-1.572 0,-0.318-1.356 0,0.345 0.692 0,-0.732-1.925 2,-0.730-1.696-1,-0.679-1.424 0,0.486 3.501-1,-0.501-4.187 0,3.848 7.958 2,-0.475-3.520-2,-1.481-3.097-3,0.646 1.031-1,2.652 5.312-2,-0.132 0.874 1,0.913 1.771 0,0.329-0.327 1,-0.803-1.977 0,-0.520-1.205 2,-0.650-1.277 0,-0.680-1.225 1,-0.647-1.094-1,-0.575-0.928-1,-0.485-0.752 0,0.550 1.228 1,0.727 1.559-1,-0.295-0.474 2,-0.431-0.782 1,-0.645-1.219 0,-0.723-1.391 0,1.191 2.400 0,-1.700-3.293-1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4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8064.000 2321.333 767,'-7.125'2.450'0,"-1.179"0.404"0,-2.032 0.699 0,-1.099 0.378 0,5.519-1.897 0,-0.809 0.668 0,-2.108 1.082 0,-1.760 0.923-20,-2.541 0.902 20,-1.191 0.040 0,-0.800-0.283-1,-2.755 0.979-5,0.230 0.441 1,-2.863 1.352 2,-1.687 0.617 2,2.501-1.132 4,1.451-0.778-3,1.963-1.001-3,2.145-1.071 2,2.106-1.037-1,1.055 0.240 2,0.307 1.038 4,-0.198 1.474-2,-0.503 1.643-2,-3.365 3.277 0,-2.884 2.388 0,3.207-2.142 0,-1.967 2.113-2,-4.752 4.056 0,-2.476 1.768-2,-0.056 0.638 0,-0.820 1.824-1,-0.398 1.796-1,-0.082 1.679 2,2.076-0.164-1,0.994 1.265-1,-3.966 7.741-2,3.354-2.543 2,3.558-3.775 0,3.399-4.244 14,3.031-4.203-2,1.143 1.288 3,2.753-3.225-3,0.338-0.046 0,0.137 0.150-1,-0.014 0.283 0,0.928-2.376-1,-0.186-0.276-2,-3.923 7.901-7,1.202-1.641 7,1.630-1.985 0,1.742-2.018 0,1.342-1.552 1,0.833-0.675 1,0.526-0.279 2,0.292-0.012-8,0.126 0.153 0,1.449-5.119 0,0.201 0.606 0,0.007 3.304 0,0.301 2.273 0,0.295 2.528 5,0.081 10.047 3,0.373 5.180-13,0.385-5.303 0,0.168 0.729 0,0.136 0.133 2,1.093 14.364-2,1.622 3.734 0,0.405-5.727 7,0.192-3.711-2,-0.103-4.929-1,-0.283-5.343 1,-0.378-5.217 0,-0.411-4.750 0,-0.946-11.061 2,1.353 4.074 9,4.094 7.807 9,1.984-1.139-1,3.497 1.230-4,2.423-0.109-18,1.170-1.750 0,0.308-2.584 4,0.654-0.988-2,0.803 0.066 1,-4.247-3.337 6,0.715 0.793-1,0.869 1.047-4,2.630 2.587-1,-0.236 0.129-1,-0.680-0.304 0,-0.931-0.573 0,-1.044-0.720 0,10.374 6.677 1,5.612 2.878 0,-4.182-3.801-1,1.112 0.307 1,0.514-0.032-1,19.043 7.387-2,11.480-0.369-9,5.575-1.631 10,1.511-2.249-6,-18.074-7.547 2,-0.070-1.373 0,0.069-1.269 1,9.453 0.746 10,-4.645-2.437 0,-5.763-2.336-4,-6.056-2.099 0,-5.796-1.796 0,-5.203-1.465 4,-11.979-1.555 1,-5.044-0.592-1,18.898 0.150 3,1.837-0.546 18,0.082-0.372 5,1.040-0.243-30,0.804-0.152-7,5.890-0.984-1,-0.312-1.290 2,-0.822-0.623 3,-1.091-0.154-1,-6.230 0.202 7,-0.969-0.387 3,-0.836-0.450-1,4.010-1.421-2,-3.454-0.312-1,-3.798-0.144-2,-3.705-0.027 0,-14.698 3.553 1,12.869-4.576 5,-1.115-0.013 1,0.300-1.024 2,-1.994-0.403 1,-6.019 1.917-4,-0.541-0.652-7,-0.293-0.798 4,3.995-4.309 0,-0.820-0.617-4,1.976-3.983 1,3.490-5.663 1,-2.268 1.506-1,0.080-0.829-5,-0.452-0.053 1,-0.775 0.467-1,-0.942 0.783 1,-0.990 0.940 1,-2.415 2.713 1,0.223-0.785 0,3.385-5.609-1,-0.354-0.585 4,-1.421-0.147 9,-1.999 0.142 0,-3.650 4.656-5,-0.878-0.549-5,-0.686-0.801 2,-0.845 0.079 2,-0.919 0.701-3,-0.928 1.111-2,-0.399-1.767 0,-1.093 1.331 0,-0.945 1.213 0,-0.784 1.059 12,-0.628 0.886-9,-0.484 0.717-2,-0.346 4.422 0,-0.144-5.687 0,-0.158-1.659 0,-0.315 3.284 0,-0.534-1.750 5,-2.527-15.372 2,-1.773-1.872-9,-0.434 6.318-3,-1.796-0.381 1,-1.930-0.280 1,-7.159-10.417-2,-2.589 1.687 2,-0.840 3.395 1,0.296 4.120-1,3.063 6.803 6,0.291 2.270 2,0.214 1.798 2,0.149 1.366 4,2.355 3.684-11,-0.467 0.796 0,-3.906-2.036 0,-2.942-1.302 0,-1.992-0.536 11,-1.231 0.010-6,-6.376-3.156-11,0.196 1.185 0,-0.965 1.406 3,-1.579 1.414 5,9.337 5.216 1,0.697 0.796-1,0.898 0.704-3,-4.597-0.757 1,-1.393 0.953 0,-1.901 0.875 5,-2.108 0.769-4,-0.547 1.091-5,-0.468 1.040-1,-0.014 1.028 1,10.953 1.313 2,-12.994-1.092-2,-7.910 0.096 10,-4.270 0.253 1,-1.473 0.351 1,0.583 0.406-16,-15.815-1.215-7,4.185-0.651 0,7.930 0.048 3,9.172 0.434 14,9.246 0.640 9,8.472 0.708-2,7.254 0.688-2,5.874 0.614 3,4.520 0.514 1,0.620 0.834-2,-1.626 2.531 0,1.247 0.002-4,-1.756 0.814 1,-1.496 0.781 1,-7.800 4.025 5,-3.628 2.726-6,-3.111 2.617-11,-2.519 2.317 0,-1.004 0.951 0,0.003 0.041 1,9.059-5.277 2,1.859-1.076 0,2.143-1.246 1,-1.602 0.952 3,4.132-2.414 0,3.635-2.128-1,3.009-1.761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4:1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1173.000 2407.333 767,'-6.053'0.000'0,"-0.432"0.000"0,0.072 0.000 0,-1.131 0.660-6,-2.379 4.216 5,-0.052 0.962-2,-1.450 0.416 0,-1.728 0.676-1,-1.745 0.770 0,-0.705 0.714 2,-0.016 0.618 0,4.990-2.361 1,1.022 0.087-1,1.180 0.074 1,0.199 0.841 1,1.025-0.138 0,0.808-0.215 3,0.616-0.254-1,-0.346 0.595 0,0.787-1.190-2,0.682-1.288 0,-3.102 1.622 2,1.309-3.649 1,-1.968 1.072 0,3.536-0.288-2,0.328 1.380 0,0.603 0.137-1,0.103 0.320 1,0.040 0.103-2,-0.004-0.043 1,-0.030-0.133-1,-0.054-0.475 0,-0.401 0.723-1,-0.083 0.729 1,-1.164 2.712 1,0.617-0.261 0,0.791-0.735 1,0.830-0.967-2,0.787-1.031 0,-0.546 3.554 0,1.853-2.931 0,-1.042-0.207 3,-6.248-0.550 3,3.372-0.846 0,-0.675 1.067-7,-0.407 0.635 0,-0.205 0.312 0,2.481-2.298 0,0.195 0.767 1,-2.602 5.980-2,-0.412 1.243 1,1.005-1.744 1,-0.469 1.079 1,-0.042 0.529-1,0.265 0.108-1,0.472-0.193 0,-1.126 3.173 0,0.487-1.414 0,0.378-1.643 1,0.277-1.654 2,0.825-1.536 1,0.704-0.589-1,0.744-0.733 0,0.715-0.772 4,0.642-0.739-2,0.550-0.665 1,-0.028 3.870-3,0.911-1.215-1,0.445-2.037 0,0.126 0.733 1,0.064 0.737 0,0.021 0.676-1,-0.023-0.128 0,-0.018 0.817-1,-0.022 0.834 0,-0.037-0.607 0,-0.020 0.366-1,-0.015 1.468 0,-0.021 0.103 0,-0.995 0.209 2,-1.502-1.679 1,-0.690-0.031 0,-0.136 0.965 1,1.001-3.012-2,0.184 0.005 1,0.231-0.061-2,-0.220 4.216 0,0.471 1.454 0,0.905-2.483 1,0.785-0.330 0,0.852-0.580-2,0.849-0.711 1,0.467-0.446 0,0.181-0.239 1,0.065 0.045 0,-0.177-0.320 0,-0.267-0.316 3,-0.027-1.301 0,0.589 0.102-2,0.297 0.217-1,0.073 0.288-1,1.383 1.722 1,0.857-0.880 0,-0.942-2.186 0,-0.128-0.270 0,-0.288-0.145 0,0.635 1.185 0,-0.276-0.514 1,-0.219-0.576 0,-0.165-0.573-1,-0.120-0.530 0,5.568 6.738-1,-2.013-2.069 0,0.968 1.083 2,1.937 2.027-1,-0.685-1.361-4,1.993 1.870-1,11.142 11.819-2,2.660 2.111 2,0.288-0.185-3,-1.171-1.556 2,-6.847-8.042 1,0.372-0.915 2,0.755-0.779 0,4.677 2.482 12,-1.179-1.774-8,-1.849-1.819-3,-0.324-1.481 1,0.673-1.155 1,-4.343-3.481 7,-0.421-1.155-3,3.951 0.547-2,-2.731-2.035-1,-3.039-1.766 0,-2.959-1.447 3,-2.653-1.127-1,-2.235-0.834-2,1.342-0.673-1,-1.251-2.187 0,0.642 0.946 0,-0.230 1.073-1,0.253 0.019 1,-0.549-0.042 0,4.147-0.004 1,9.041-0.001 1,10.347-0.001 0,-2.559 0.000 0,2.686 0.000-10,1.766 0.000 0,12.019-0.001-3,9.161 0.001 0,1.764-0.001 4,0.239 0.001-1,-1.924 0.000-1,-3.205 0.000 1,-3.818 0.000 0,-3.954 0.000 2,-4.249-0.155 3,-6.282-0.242-1,-6.189-0.280 2,-5.673-0.284 0,-4.926-0.267 1,-4.086-0.234 22,-3.246-0.197-4,0.800-2.097 5,-2.271-3.531-1,0.701 0.700-15,-1.962 2.859-3,2.751-0.230 3,7.729-1.429 4,-0.913 1.220-10,1.853 0.051-1,4.582-1.057-3,1.385-0.664-1,2.252-0.577-2,-1.221 0.575 1,-2.808-0.112 4,-3.513-0.519 2,-3.616 0.446 0,-2.717 0.656 3,-2.252 0.855 7,-1.776 0.905-8,2.916-1.129 5,-0.306-4.062-4,-5.367 3.611-3,0.342-1.249 0,0.377-1.263 1,2.776-4.834 0,0.991-0.996-4,0.796-0.377 0,0.611 0.033-1,0.441 0.320 3,0.303 0.465 0,-1.894 2.483 1,-0.949 0.970 0,-1.136 1.003 0,-1.179 0.958 1,-1.129 0.862-1,0.663-5.871 3,-3.031 3.736 0,0.341-1.581 1,0.893-0.410-1,-0.046 0.785-5,-0.073-0.198-1,0.514-0.135 2,0.854-0.090 1,-0.698 1.903 0,-0.062-0.419 0,-0.206-0.544 0,0.346-3.080-1,-0.568-0.266-1,-0.496-0.207 1,-0.612 0.917-1,-0.538 1.143 2,-0.449 1.186 1,-0.436 2.229 0,-0.153-1.883 0,-0.169-1.300 0,-0.144-3.745 4,-0.120-0.474-5,-0.018 4.354-3,-0.021 0.342 1,-0.010 0.404-1,-0.046-4.234 3,0.011-0.936 0,0.045 3.324 2,0.013 0.340-3,0.015 0.483 1,-0.379-0.829-1,-0.588 1.044 0,-0.687 1.079 2,-0.699 1.020 0,-1.276-4.460 0,1.113 2.974 0,-0.557-1.196 3,-0.934-1.507-2,0.296 2.244-4,-0.522-0.069-2,-0.498 0.128 3,-0.459-0.084-1,-0.408-0.232 0,-0.353-0.325 1,-2.198-4.591 1,0.770 0.252-1,0.845 1.769-1,0.625 2.096 1,0.516 2.288 2,0.409 2.209 1,0.305 1.972 2,-1.218-3.345-2,3.088 2.131 6,0.161 0.599-5,-0.551 0.318-1,-2.015-3.440-4,0.474 0.726 0,-0.913-0.802 2,1.195 2.300 0,-0.393-0.151 0,-0.394-0.127-2,-2.986-3.121-1,-0.794-0.318 1,-0.137 0.275 1,0.272 0.607 0,0.496 0.757 1,0.585 0.776-1,3.898 3.439 1,-3.118-4.052 0,-0.225 0.658-1,0.433 1.113 4,0.790 1.288-1,0.937 1.279 1,-2.428-1.043-3,1.338 2.800 0,-0.023 3.799 0,0.139-0.686 0,-3.409-0.533 1,0.093-0.002-1,-6.132-4.094 1,-3.993-1.886-3,-4.888-1.813-3,-9.756-3.362-2,-7.068-2.433-5,-2.503-1.239 2,0.473-0.406 0,2.231 0.178 2,3.093 0.514 1,4.319 1.607 5,4.673 2.125 7,5.351 2.263 2,5.187 2.112-2,4.673 1.849 4,3.947 1.526 0,3.159 1.196-6,-0.160 0.530-2,0.957 4.367 0,-0.823-2.951 0,-0.407-0.131 0,0.124 0.052 1,-6.146 0.010 0,5.321-0.001 0,-2.029 0.001 0,-1.985-0.001 0,-10.778 0.000 2,-6.538 0.000-9,-0.820 0.000-1,-2.372 0.000-1,-1.480 0.000 0,2.944 0.000 1,4.093 0.000 1,4.460 0.000 4,4.310 0.000 0,3.857 0.000 0,3.163 0.000 7,3.117 0.000-2,-1.109 0.000 2,2.854 0.000-2,-0.557 0.000 1,-0.044 0.000 0,-0.137 0.000-1,-1.707 0.000 2,-7.105 0.000-3,1.484 0.000-2,-5.162 0.000-2,-5.180 0.000-5,5.191 0.000 2,-1.164 0.000-1,-0.866 0.000 1,-6.149 0.000-1,1.657 0.000 0,2.511 0.000 3,2.852 0.000 0,2.840 0.000 0,2.609 0.000 2,2.346 0.000 2,3.007 0.000-1,2.675 0.000 0,-0.775 0.000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4:2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7125.000 1809.333 767,'8.132'0.000'0,"-0.369"5.647"0,-2.189 0.961-8,1.983 3.511 5,3.522 4.891-1,2.484 2.889-1,8.709 8.135-4,9.095 7.215-1,-5.777-7.324 3,2.124 1.024-1,1.556 0.466-1,14.250 12.250-4,1.888 1.443-1,-6.003-5.787 10,-3.574-3.654 1,-4.397-4.413 2,-4.601-4.574 1,-4.394-4.339-1,-3.936-3.870 3,-2.957-2.701 6,-4.157-3.238-2,-3.519-2.500 9,-2.829-1.834-3,-0.842 0.850 2,-5.180 2.565 7,4.450 4.293-16,-0.587-5.036-5,0.680 0.386 0,0.561 0.138 0,-0.636-1.009 1,0.606 1.625-3,0.685 1.685 0,0.719 1.667-1,1.558 3.723 1,0.547 1.789 0,0.362 1.484-1,5.615 12.013-2,3.229 5.159-3,1.433 0.885 1,0.220-1.774 0,-4.467-9.523 3,-0.766-2.481-1,-0.872-2.553 2,1.049 0.492 4,-2.369-4.490 6,-2.396-4.124 0,-2.206-3.549-2,-1.902-2.892-2,0.227-0.613-2,-6.819-10.748-1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4:2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7872.000 2321.333 767,'2.852'9.534'0,"4.318"14.443"0,-0.583-1.391 0,0.996 4.267 0,0.682 3.439 0,4.216 16.138 0,0.499 1.601-53,-0.857-0.460 34,-1.597-1.667 10,-3.530-14.539 6,-0.455-2.241 5,-0.288-2.292 1,1.405 5.520 2,-1.253-4.690 0,-1.386-5.629 2,-1.217-5.134-2,-1.071-4.656 29,-0.890-3.958-43,-0.088-0.556 5,-2.683-15.309 8,0.306 1.112 3,0.584 0.406 0,-6.668-3.975-3,-0.857 2.508-5,-2.412-1.565 0,-1.995-1.071 0,-1.562-0.675-2,8.140 6.465 2,-12.574-9.330-5,-3.905-1.535 0,-6.111-2.335 2,-2.729 0.097 4,8.622 5.620-6,0.887 1.168 0,1.300 1.335 1,-3.735-0.802 3,4.165 2.455 1,4.231 2.164 0,3.903 1.800 6,3.363 1.420 0,-0.369 0.571-2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4:31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2410.000 2257.333 767,'-11.792'0.000'0,"0.527"0.000"0,0.004 0.000 0,1.489 5.667-7,-8.796 9.139 5,6.414-5.199 1,-1.428 0.909 0,0.815-0.462-1,-1.282 1.356 0,-3.142 2.369-1,-1.293 0.501 0,-3.118 3.394 3,-0.757 2.464 0,2.527-1.310-1,1.004-0.280-1,0.446 0.037 1,0.055 0.240-1,1.980-2.330 3,1.103-1.771 2,1.260-2.120-4,0.993-1.130 1,2.230-1.628 0,2.221-1.251 2,-3.781 5.410 6,3.737-3.092-5,1.528-1.813-4,-3.240 3.134 0,1.024-3.314 1,-7.617 3.122 0,7.469-4.913 0,-0.198 0.824 1,0.082 0.731-1,0.251 0.613-1,0.337 0.495-1,1.532-0.461 1,-3.927 4.920-2,-1.060 2.240 1,0.093 1.348 4,1.865-2.236 1,0.049-0.018-4,-1.777 3.500-1,1.421-0.884-2,1.236-0.850 2,1.717-2.055 4,1.568-2.117 1,1.350-1.985-2,-1.810 6.257 0,2.602-4.631-2,-0.022 2.095 0,0.681-1.742 0,1.806-1.770 1,0.357 9.683 5,0.637 1.867 0,0.426-9.244-6,0.037 6.275 0,0.081-0.094-1,0.056-1.044 0,0.038-1.534 0,0.022-1.704 1,0.453-2.980 0,0.722-0.460 1,0.850-0.168 0,0.330-0.622 1,0.130-0.182 1,0.291 0.760-1,1.891 7.691 3,-1.566-6.029-3,-0.931-1.783 0,1.494 1.955-1,9.105 0.561 3,2.413 0.315-3,-5.817-6.661-2,5.195 3.737 0,0.647 0.335 0,0.947 0.105 0,1.047-0.041 0,-0.903-0.638 2,-2.001-0.944 0,-2.485-1.042 0,-2.555-1.010 0,1.947 2.962 1,-1.321-0.675 2,-0.715-0.498 0,-0.957-0.905-1,4.763 5.644-5,-4.282-4.909 1,-1.000-1.392 2,0.236-0.980 0,6.057 0.222 1,4.049 1.230 1,-7.866-4.633-1,0.570 0.150-2,0.226 0.212 0,-0.025 0.249-1,4.035 1.817 0,-0.449-0.700 2,5.176 1.261 0,0.864-1.622 2,-2.222-2.411 0,-5.594-2.255-2,-0.652-1.335-1,1.114-0.916 0,-0.389 0.639 0,0.854 0.334-1,-0.929 0.015 1,-0.760-0.005 3,3.987-0.002-1,7.985 0.000 1,6.442-0.001-3,-0.241-0.001-3,-0.803-0.001 0,-2.251-0.000 1,-2.985 0.000 1,-3.208-0.001-1,-3.100 0.000 1,-6.358 0.000 3,16.453-0.100 0,-3.557-0.154 2,-1.414-0.175-1,-2.431-0.174 1,-2.870-0.159-1,-2.909-0.139-3,-2.701-0.112 0,5.408-1.255-2,-6.168-0.189 2,-0.002-1.353-1,3.008-2.189-1,-0.612-0.296 6,2.569 0.705 4,-2.597 1.259-1,0.745-0.886-3,0.146-1.005-4,-0.229-0.989-1,-1.841 0.477 3,-1.316 0.555-1,-1.431 0.834 0,5.707-2.518 0,-4.351 2.812 1,1.463-5.718 0,-3.155-2.227 0,-1.463 2.703 0,1.621-1.520-2,1.065-0.801 0,-2.713 3.103 0,0.104-0.468 0,0.043-0.537 0,2.768-4.392 1,0.128-0.775-1,0.045-0.509 0,-0.014-0.301 0,-2.101 2.617 0,1.044-2.744-1,-0.636-0.348 1,-1.151 1.495-1,0.191-0.555 4,0.405-0.645 0,0.934-2.298-1,-0.682 0.363-2,-1.788 2.131-1,-0.900-0.183 1,-0.939-0.350 0,1.251-7.251 4,-0.069-0.281-3,-1.308 4.091-1,-0.666 1.449 0,-0.747 1.669 1,-0.747 1.698 1,-0.698 1.602-1,-0.333-7.814 1,-0.923-0.980 0,-0.387-2.011-1,-0.279-2.159 0,-0.217-1.558 0,-0.179-5.302-5,-0.144 0.329 0,-1.091-1.982 2,-1.529 2.121 1,-0.684 1.404 3,-0.109 0.848 3,0.074 4.284-2,-0.134 3.408-1,-0.134 3.647 0,-0.126 3.509-1,-0.108 3.142 1,-1.169 0.198 1,-1.174-0.421 1,0.101 1.755-1,0.540 2.100 0,-3.292-3.338 1,-0.460 4.489-2,-1.471 11.134-1,-1.230-2.852 2,-0.170-0.324 3,-5.964-4.924-7,3.233 0.974 1,-8.385-2.405-3,-4.929-1.524 1,-2.518-0.207 0,-5.700-0.799-1,-5.673-0.600-1,-5.238-0.430 0,-5.551-0.445 0,3.251 1.315 1,6.235 1.622 0,7.630 1.692 2,7.727 1.568 0,7.093 1.356 1,6.078 1.105 8,-1.336 0.229-1,5.012 3.992-4,-0.085-2.142 1,-2.603 0.030 0,1.246-0.001 1,-2.200 0.936 0,-8.271 1.417 3,-7.467 1.162-7,5.283-0.384-4,2.887-0.247 2,3.778-0.410-1,3.968-0.470 2,3.723-0.465-1,-1.908 0.348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4:33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4970.000 2513.333 767,'-17.642'9.387'0,"2.553"-0.590"0,-2.470 1.578 0,-1.841 1.010 0,4.941-2.314-16,-0.243 1.141 14,-0.156 1.337 0,-6.328 6.037 1,-0.440 0.399 0,-2.172 2.426-1,-3.021 3.432 1,6.953-5.854 1,0.019 0.290-1,0.290 0.020-1,-6.183 7.174-1,2.009-0.165 0,1.457 0.497 3,0.993 0.851 1,3.728-3.445 2,2.169-1.848-1,2.253-2.241-3,2.137-2.326 1,1.908-2.210 0,1.621-1.973 1,1.518 1.117 0,-0.691 3.971 0,-1.056 6.644 3,0.305 3.453 1,-0.009 3.210-7,-0.220 2.855-3,-0.471 5.237-1,0.838-0.354 3,1.414-4.367 1,0.994-2.493 0,0.969-2.801 0,-0.025 0.965 3,-0.325 0.244 2,0.425-2.323 1,0.295 0.181-2,0.416 0.223-2,0.471 0.239 0,0.477 0.234-2,0.229 5.212-1,0.561-1.379 0,0.460-2.810 1,0.356-3.423-1,1.199-1.573 10,1.601-0.315 2,0.763-0.463-3,0.193-0.511-6,0.036-6.372-1,1.504 0.567 1,1.850 0.901 0,4.888 7.563 0,1.324-0.167-2,0.445-0.882 0,-0.128-1.243 0,-0.468-1.358 0,-3.027-5.351 1,0.743 1.575-1,4.206 6.616 0,1.500 0.897 3,4.188 3.834 1,2.603 0.888 1,1.448-0.316-4,0.622-1.012-1,-6.779-9.502 0,0.170-1.617 1,0.260-1.697 0,4.095 0.846 2,-0.193-2.714 1,-0.448-2.552-1,-0.582-2.272-1,-0.632-1.931 0,-0.618-1.578-1,8.700 0.356 0,-4.184-2.594 0,5.527 0.063 3,1.890-0.462 11,0.701-0.544-18,10.530 0.032-1,0.979-0.871-1,-11.209-1.139 5,1.743-0.361 1,2.267-0.313 1,1.888-0.264 1,1.531-0.218-3,12.693-0.449-1,-1.426-0.625-1,-2.745-0.614 1,-3.357-0.560 5,-3.479-0.480-2,-3.282-0.393-4,6.349-3.928 1,-2.025-2.973-1,2.729-2.805 11,0.432-2.088 17,-1.223-1.478-32,15.125-11.283-2,-2.665-5.485 0,-4.881-1.372 5,-5.784 1.232 8,-6.707 2.742-2,-6.666 3.407 0,-9.712 6.568 3,-4.150 2.280 3,-3.576 1.979 1,-2.969 1.651 0,-2.373 1.329-7,-1.827 1.028-1,1.755-6.258 1,1.458-6.025 1,1.261-6.845 7,-1.186-1.821-10,-2.808 5.919-4,-0.294 0.286 1,-1.038 0.687 0,-0.933-0.724 3,-1.046-0.975 3,-0.457-4.696 0,-1.332 0.520-4,-1.647 5.069 0,-0.670-2.680 0,-0.369-9.122 4,-0.708 0.776 0,-0.532 2.337-5,-0.378 3.167 1,-0.253 3.463 0,-1.154 10.847 0,-4.933-15.344 2,-3.748-2.852 1,-2.439-0.706 4,-1.423 0.718 0,1.814 8.222-7,-1.122 1.008-2,-1.691 0.085 0,0.019 3.090 4,0.443 3.442 2,-1.518 0.479 0,2.318 4.453-1,2.549 3.779-1,2.483 3.051 4,-2.127-2.158 7,5.409 0.125-6,-0.390-1.871 1,-2.571 2.637-5,-6.502-4.176-4,-15.159-13.656-2,-11.165-11.475-3,8.216 7.850 2,-1.904-1.543-1,-1.055-0.556 1,-9.998-8.614-2,2.741 3.172 0,3.976 4.207 2,4.438 4.526 6,4.382 4.371-1,4.000 3.929 3,2.628 2.388-1,-10.433-8.257 1,1.315 1.367 3,3.453 3.072-1,4.470 3.859 0,4.715 4.012-1,4.465 3.766-1,3.931 3.296-1,-2.543-0.705 0,2.874 10.296-1,0.006 0.910 0,-6.456 1.026 3,-0.248 0.728 2,-7.421 1.610 2,-14.600 3.329 1,-17.633 4.069-16,9.474-1.840 2,-5.531 1.687-1,-4.752 1.604-1,-27.888 7.214-4,-0.663 0.103 1,26.972-6.589 6,4.472-0.853 0,5.145-0.953 1,-7.698 2.914 3,11.767-2.325 5,11.045-2.261 1,9.623-2.022 7,7.911-1.697-3,6.168-1.350-4,0.682 3.825 1,8.234 0.985-1,-1.891 1.346 7,-5.964 2.450 5,3.168-6.305-17,-5.876 5.952-2,0.661-1.578 0,1.470-2.007 1,2.576-2.822 1,-0.183-0.095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4:35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8682.000 2577.333 767,'-7.737'8.106'0,"-0.850"0.890"0,-0.983 0.551-6,-3.778 3.694 5,4.556-4.460-1,-3.552 3.581 1,-2.082 2.101-2,-1.853 1.826 1,-1.571 1.516-1,1.839-1.451 1,-0.263 0.911 0,-0.054 0.852 1,-0.487 1.146-1,1.354-1.165 1,1.655-1.699 0,1.750-1.944 0,1.700-1.984 0,1.558-1.882 0,1.233-0.465 3,0.059 0.433 1,-0.318 0.508 3,-0.920 2.124 4,0.827 0.072-12,0.632 0.301-1,1.431-1.425 1,1.379-1.663 2,-0.987 5.637 2,3.291-5.160-1,1.821 0.882 0,0.776 5.869-1,0.052 2.516 0,-0.088 0.955 0,0.099-4.557 0,0.973-3.281-1,0.510 1.286 0,0.269 0.901 1,1.939 6.586-1,1.229-0.572-1,0.191-2.727 0,-0.087-2.647 1,-0.372-2.843 0,-0.516-2.726 2,2.957 3.687 0,0.355-4.241 0,1.811-4.147 0,6.776-3.108 2,5.250 2.153 1,-4.734-1.809-4,1.800 0.065-2,2.270 0.281-1,1.870 0.304 0,1.480 0.297 1,-1.827-0.202-1,2.881 0.627 1,2.875 0.235-1,2.735-0.058 0,13.516 1.262 1,-1.927-0.826 1,-3.053-0.956-1,-3.464-0.946 0,-6.139-1.002 0,-2.488-0.616 7,-4.812-1.371-1,-0.456-1.585-1,0.041-1.787 0,2.446-2.217-1,-1.840-1.035-3,-2.250-0.516 0,-2.346-0.145 0,-2.233 0.103 0,-1.602-0.245 1,-2.693 0.686 1,1.958-1.696 0,-0.114-0.505 4,-0.380-0.292 1,4.224-4.843-8,-1.082-1.520-1,-1.183-0.528 2,-1.137 0.117 1,-3.794 3.879 0,-0.717 0.636 0,-0.617 0.674 1,1.137-1.962 0,-0.549-0.255 0,-0.436-0.493 0,-0.332-0.602-1,-0.240-0.624-2,-2.467 2.795 1,-0.638-0.858 0,-0.712-0.512 0,-0.729-0.242 0,-0.498-1.369 1,-0.767-0.155 2,-0.679-0.076 0,-0.518-1.162 0,-0.547 0.117-2,-0.429 0.196-1,-0.321 0.235 0,-0.230 0.244 0,-0.155 0.238 0,-0.427-0.420 0,-0.535 0.929 0,-0.572 1.035 0,-0.553 1.025 0,-0.500 0.945 2,-2.167-6.584 2,-3.004-0.543 0,-1.812 6.096 2,-1.354 5.472-4,-4.748 1.034-2,0.656 1.445 0,-6.694-1.141 2,-1.847-0.145-1,-2.807-0.520-4,-1.946-0.385 0,-1.248-0.271 0,-0.713-0.177 0,-0.315-0.106 0,-3.430-0.160 0,-0.027 1.021 0,5.079 1.990 0,-2.192 0.814 3,-7.359 0.326 11,2.219 0.999-5,5.917 0.863-7,4.722 0.580 1,4.839 0.439 0,4.530 0.316 1,3.974 0.216 4,-3.193 0.347 1,3.705 0.546 1,-4.159 2.916 6,-2.489 2.030-12,0.508 0.331-2,-2.864 2.651 0,9.179-4.119 2,1.059-0.146-1,-5.733 4.560 1,6.794-0.193 1,3.690 1.779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4:38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1045.000 3879.333 767,'0.000'11.161'0,"0.000"1.049"0,-3.191 0.911 0,-5.128 6.016-7,1.336-2.382 6,-1.290 4.023-2,1.577-3.247 1,-0.135 1.223-1,-0.009 0.981 1,0.079 0.761 0,1.077-3.619 0,-0.279-0.232 0,-2.542 7.137 0,0.635-0.165 0,0.770-0.354 0,1.562-2.964 7,1.598-3.356-2,1.487-3.316-3,1.197 5.031 0,5.167-5.206 0,5.218-6.472 0,2.350 0.362 0,-2.343 0.011 1,2.014-2.041 0,0.339 0.013 0,3.957 2.417 1,1.105 0.782 0,1.276 0.766-1,0.622 0.361-3,1.160-0.071-1,2.595 0.240 1,8.428 2.529 0,2.232 0.090 0,4.122 0.817 0,4.897 1.183 0,2.077 0.409-1,0.189-0.097 0,0.947-0.436-1,1.321-0.604 1,-1.466-1.587 5,-3.021-2.038-2,-7.351-2.677-1,-3.756-1.672 0,-3.619-1.493 3,-3.263-1.268 3,-2.796-1.030-4,-2.291-0.803 0,4.441-0.611-1,-9.707-0.341 0,32.897-0.124-1,7.716-0.269-1,7.545-0.210-1,-3.236-0.079 1,-10.349 0.035-2,-7.329 0.032-1,-7.614 0.053 1,-7.213 0.063 0,-6.409 0.062 9,-5.410 0.059 3,2.090-0.041 4,-4.855-2.132-6,-1.218-6.634 1,5.954-8.045 3,-8.044 8.193-10,0.306-0.393-2,0.168-0.192 1,3.615-6.740-1,0.087-4.281 1,-1.979 0.455 0,-1.310-0.199-1,-2.156 3.719 1,-0.643 1.063 0,-0.498 1.264-1,-0.369 1.339 1,-0.292-0.201 3,-0.710-0.104 1,-1.065 1.503-2,-0.569 0.061 0,0.005-7.008 1,-0.849-3.749-1,-0.678-3.128-1,-0.514-2.474-3,-0.370-1.859 0,-0.249-1.322 0,-0.423 7.843 2,-0.606-1.040-1,-0.713-1.276 1,-1.270-8.777 1,-0.218 0.997-2,0.124 2.030-1,0.324 2.506 2,-0.090 3.089-1,-1.512-6.987 3,-1.178-2.508-1,-2.862-10.070 0,-1.176-0.173 0,-0.795 1.094-1,-0.492 1.764-4,3.310 13.858 5,0.608 2.621 0,0.758 2.767 1,-0.743-4.869 0,1.565 2.949 1,1.391 4.346 7,1.056 4.174-5,0.817 3.989-3,-0.453-2.741 3,-9.118 14.532 0,-0.787-5.472 0,-0.612-2.660-1,-1.820 0.021-3,-5.269-2.246-3,8.918 5.558 2,0.209 0.534 0,0.470 0.673 0,-0.306 0.102-1,-0.812-0.291 1,0.894 0.596 1,-0.298 0.245 0,-1.618-0.661 1,-0.028-0.470-1,1.667 0.546 1,0.372 0.204-1,-12.786-4.488 0,10.998 4.416 0,0.751 0.389 0,0.682 0.311 1,-9.407-3.031-4,3.884 0.899 2,-10.707-6.613-2,2.745 1.919 4,4.711 2.434-1,-1.809-0.253 0,-1.605-0.120-3,-14.499-4.486-2,-5.842-1.565 1,-1.562-0.590 2,1.160 0.051-1,3.682 1.370-1,4.878 2.042 2,6.303 2.399 0,5.739 2.128 5,5.293 1.908 1,4.568 1.612 3,-3.136 0.001-3,4.729 3.487-4,0.499 2.444 0,-0.554-2.108 1,-0.119 1.611 0,-0.962 7.457 2,-2.811 2.105 1,3.744-1.966-1,-0.861 2.100-1,-2.028 2.959-5,-0.777 1.456 1,-0.581 0.976 1,-0.410 0.601 0,-0.271 0.319-2,7.414-7.803 1,-2.198 2.623 0,-0.795 1.401 0,-4.461 5.579-1,-0.186 0.529 7,-2.487 5.096 2,2.574-0.019-10,5.640-7.087 2,0.548 0.011 1,0.234 0.155 2,-2.760 6.439 1,1.971-1.500-2,2.220-0.131-1,2.170 0.708 0,2.533-4.575 7,1.200-1.124-6,1.014-1.362 0,0.829-1.436 0,0.652-1.395 0,-2.002 10.033 0,0.689-6.170 1,-0.297 3.754 5,0.153 0.314-6,0.095 2.398-4,0.403-0.127 1,0.730-7.447 0,0.210-1.065 5,0.193-1.168-1,0.095 1.095-1,0.211-2.176 0,0.168-2.130 1,0.076 5.694 3,0.264-5.674-2,0.210 0.463 0,-0.014-0.113 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4:40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7914.000 3409.333 767,'-1.871'17.465'0,"-2.835"-6.465"0,-2.273 2.641-8,-1.731 2.252 6,-2.140 1.859-1,-2.198 1.457 0,3.126-5.003 2,-0.185 0.173 0,-0.003 0.122 0,-2.899 4.696-1,0.452 0.041 1,0.613-0.153 1,0.665-0.261-1,0.646-0.309 0,3.647-6.429 0,-0.019-0.340 0,-0.687 1.799 0,0.584 0.453 0,0.753 0.668 0,-0.806 6.073 9,1.591-0.523-5,0.523-1.179-4,-0.172-1.475 0,0.362-0.540 2,0.652 0.075 2,1.017-2.520-2,0.641-1.433-1,0.598-1.628 0,-0.456 6.740 0,1.680-4.920 1,4.016-0.159 1,3.912-4.257 0,7.833-1.021 0,-3.580-3.121-3,1.633 0.296 0,0.999 0.116 0,0.522-0.007 0,0.182-0.081-1,8.684 0.152-1,14.427 0.611-1,5.246-0.621-1,7.352-0.335-1,21.720 0.316-2,7.480-0.935-1,-22.757-1.671 3,-3.066-0.480 2,-4.375-0.442 0,10.132-0.111 0,-8.533-0.592 0,-12.489-0.631 2,-7.682-0.545 15,-7.015-0.507 0,-6.070-0.445-5,-5.020-0.374-2,1.856-2.337 0,-4.392-5.283 6,1.611-0.922-2,-4.939-0.513-11,-1.910 0.374 0,0.774-1.282-1,0.417-1.177 1,0.163-1.010-1,-0.005-0.818 2,-0.104-0.631-1,1.304-7.499-2,-3.862 7.267 2,-0.121-4.303-1,-0.896 0.230 8,-0.784 0.933-8,-0.647 1.274-1,-0.506 1.367 3,-0.375 1.301 2,-0.198-4.442 0,-1.312-0.894 0,-1.442 9.025-1,-6.349-8.953 0,2.675 10.292-2,-0.939 0.178 1,-0.746 0.126-2,-0.564 0.083 1,-0.405 0.049 0,-7.305-6.895-2,6.944 6.992 2,-1.681-1.594 0,-1.528-1.466 2,-2.787-2.518 0,0.729 0.970 0,1.476 1.723-2,1.818 2.047 0,1.876 2.079 0,-4.271-2.215 1,2.123 4.626 1,0.251 2.929 0,-1.986-1.015 1,-5.230-0.581 0,6.499 2.099-1,-2.391 0.120 0,-1.736 0.236-2,-4.119 0.175-1,-3.206 0.282 0,-3.163 0.259 1,-2.918 0.225-1,-2.559 0.187-3,-2.148 0.151 1,3.509 0.119 0,0.885 0.072 0,1.463 0.052 0,-3.628 0.058 0,5.399 0.032 0,5.642 0.013 6,5.278-0.001 5,4.585-0.008-2,-0.622 0.043-2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4:43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2538.000 3260.333 767,'-9.244'6.980'0,"-6.157"2.390"-5,5.852-3.793 3,-0.745-0.330 1,-7.471 3.927-1,-0.269 1.604 2,-0.268 2.189-2,9.381-5.935 0,0.445 0.064 1,-7.112 6.965 0,1.570-0.428 0,5.250-4.773 0,-1.753 1.857 0,-1.056 2.039 2,-0.543 1.965 0,1.458-1.176 0,-0.485 0.976 0,-0.528 0.859-3,-0.521 0.729 1,-0.482 0.594-1,-0.427 0.467 0,-1.843 1.901-1,-1.026 0.611 0,0.110 0.336 0,-1.969 3.524 1,-0.922 2.262 7,-0.161 1.271-3,2.576-2.930-5,0.780-0.405 1,0.957-0.734-1,-3.821 5.592 1,1.705-4.383 3,2.521-3.867 0,2.786-3.215 0,2.701-1.574 5,2.406-0.445 5,2.017 0.280-9,1.598 0.689-3,1.372-3.572 0,0.517 1.340 0,0.404 1.653 0,0.433 7.592-1,0.347-0.047 1,0.177-0.167 1,0.055-0.224-1,-0.020 1.632 2,-0.066 2.610 1,-0.190-7.442-2,-0.048-0.661-1,-0.049-1.027 0,-0.022 1.287-1,-0.056-1.876 1,-0.046-1.887 0,-0.040-1.775 3,-0.031-1.586 0,0.314 6.545-1,2.067-6.241 0,4.971-2.430 5,6.980-3.301-1,0.275-3.522-6,-0.854-0.168-1,-0.679 0.646 1,1.555 0.781 0,12.037 1.977-1,-2.544-2.319 1,-4.467-0.907 1,1.921 0.301-1,1.683 0.389-2,9.112 1.081-1,2.846-0.247 0,-2.942-0.777 2,-1.559-0.511 0,-2.424-0.544 0,-2.852-0.531 2,-2.958-0.488-1,15.424 2.666 1,-10.993-0.595 3,-3.138-0.312 1,-2.251-0.367 0,-2.278-0.475-1,-2.111-0.507-5,0.697-1.366 2,1.186-1.885 2,1.868-2.949-1,2.115-3.330 0,-3.517 0.016 0,-0.249-0.603-2,-0.571-0.165 0,-0.750 0.140-1,-0.823 0.334 1,1.583-0.484 0,2.826-1.171-1,1.987-0.886 1,7.171-3.571 0,-0.628-0.395 1,-6.685 2.680-1,-0.572-0.248 1,-0.479-0.297-3,-0.734-0.317 2,-0.880-0.314 4,-0.945-0.301-4,5.605-4.989 1,1.719-2.136 0,-5.665 4.107 1,-0.853 0.810 0,-1.249 1.295-2,2.022-1.535-1,-3.373 1.875 1,-3.484 1.685 0,-3.495 2.152 3,-1.412 0.604 7,-1.527 0.300-5,5.365-11.682 2,-6.872 7.357-4,-0.776-1.607-1,-0.985-1.567-3,-1.653 3.402 0,-0.611 0.281 1,-0.560 0.509 0,-0.356-4.451 1,-0.541-4.365 1,-0.426-1.762-1,-0.320 0.030-2,-0.231 1.178 0,-0.504 6.455 0,-0.736-0.616 1,-0.828-2.450-1,-0.381 0.361 3,-0.162 0.752 0,-0.932-4.798-1,0.310 1.974 0,-1.405-0.826 1,-2.316-2.441 2,-1.768-1.328-2,-1.280-0.540-3,1.421 6.143 0,-1.845-1.272 0,-2.163-1.638 1,-5.400-6.435 1,-0.932 0.668-3,-0.004 1.682 0,0.593 2.207 0,6.797 9.454 1,-10.210-10.783 1,-2.420-1.363 1,4.609 5.621 4,0.427 0.897 1,0.854 1.245-4,-5.915-5.554-5,0.818 1.089 0,2.567 1.773 5,3.394 2.032 3,2.613 2.940-3,1.907 3.229 0,4.370 4.864 2,-6.500-5.582 6,-0.415 1.808-6,2.508 4.212-2,2.206-0.416 0,2.032 0.474 1,-2.003-0.331-2,-0.341 6.631 0,-1.511 2.150 1,-0.913-0.574 0,-12.133 3.158-3,5.639 0.658 1,-5.039 1.602-3,-8.444 2.342 0,-9.749 2.578-1,-0.763 0.536 0,1.016 0.179 0,3.255-0.353 1,4.386-0.656-1,3.473 0.065 2,4.955-0.235 1,7.212-1.894 5,1.500 0.094 1,3.138-0.735 7,0.991 0.292-3,-3.708 3.248-7,-1.205 1.564 0,-0.931 0.881 0,-0.688 0.381-2,4.097-2.943-1,0.100-0.306 0,0.162-0.387 1,-0.872 0.355 1,0.146-0.189-1,0.143-0.113 1,0.135-0.054 0,-0.506 0.576 0,0.705-0.038-1,-3.380 2.335 1,-0.005-0.271-1,2.468-1.437 5,0.931-0.203-1,3.088-1.266-3,1.774-0.066-1,0.241 0.315 2,0.985-1.249 0,0.652 0.064 1,1.865-0.366 2,-2.623 5.350-2,4.442-4.121-1,0.498 0.598-1,-2.276-1.072 0,3.102 1.069 1,3.593 7.220 2,-2.032 0.677-4,0.027-7.132-1,-0.157 0.355 0,0.456-0.753 2,-0.841 8.940-1,2.737-2.932 1,2.247-2.472-2,1.477-1.656 1,0.797-0.914 0,1.365 1.996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4:45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8853.000 3495.333 767,'-9.966'8.953'0,"-8.464"0.178"-6,1.664-2.089 4,-1.205 0.266-1,-1.308 0.467 0,-0.552 0.260 0,3.004-0.904 0,0.418 0.333 1,0.061 0.897 0,-0.202 1.259 2,-4.003 3.847 0,2.336-0.402 4,2.923-1.174-5,3.055-1.559 0,2.892-1.675 1,-2.097 3.992-1,6.167-2.225 3,4.295 3.732 1,-2.351-2.000 0,-0.257 4.737 1,0.442 2.189-3,0.611 1.141-3,0.843-1.715 1,1.023-7.326 0,0.103 9.282 3,1.157-5.252 0,2.013-1.698-1,3.844-4.593-2,2.729-2.203 0,7.233 0.921 1,7.031-0.586 1,-4.283-1.644-2,3.503 1.072-2,2.949 1.004 0,0.478-0.059 0,-1.053-0.698 1,-3.752-0.809 0,-3.352-0.369 1,-3.542-0.252 1,-3.370-0.162 1,3.644 3.630 6,-3.993-1.372-4,0.188-4.893-3,2.417-3.218 1,-1.239 0.362-1,1.841-0.935 0,6.164-3.190 0,-1.928 1.356 0,4.894 0.154 0,4.696 0.358-3,-3.015 0.271 0,0.123-0.384 1,-0.592-0.528 0,-1.421-0.015 0,-0.483 0.105 0,2.482-0.640 1,-3.705 0.048 2,-4.118 0.038 0,-3.998 0.028 1,2.836-3.641 3,-8.581-2.130-3,-3.372-3.833 4,0.445-0.759-1,-0.611-0.749-6,-1.106 1.427 0,-1.018 1.918 0,-1.010-2.539 1,-3.802 3.080 0,-5.447 2.338 0,-0.205 0.693 1,0.490-0.352-2,-3.599-2.751 0,-2.978-1.663-1,-2.377-0.813 0,-1.806-0.227-1,-1.298-0.833 2,-0.877-1.125-1,2.893 2.251 1,0.499 0.794 0,0.675 1.090 0,0.747 1.209 1,0.741 1.206-1,0.258 1.147 1,0.956 1.563-1,0.556 1.131 1,2.489 1.549-1,-4.128-0.196 10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4:59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938.000 5628.333 767,'14.631'0.000'0,"-2.003"0.000"0,2.578 0.000 0,1.781 0.000 0,1.142 0.000-12,0.647 0.000 9,0.283 0.000 0,-0.986 0.000 1,1.451 0.000 0,-1.309 0.000 0,0.760 0.000 0,0.653 0.000 3,11.255 0.000 1,4.369 0.000-2,6.135 0.000-3,6.656 0.000 0,4.507 0.000-1,2.806 0.000-1,-7.756-0.684 1,0.327-1.094 0,0.105-1.298 2,-0.052-1.348 1,-0.149-1.296-3,-0.206-1.177 0,-16.632 1.767 1,16.418-3.845-2,-3.104-0.083 1,-4.432 0.525 0,0.147-0.484 2,-7.563 1.328 19,-7.034 1.341-4,-6.081 1.227-9,-4.960 1.047-2,-3.837 0.845-1,2.972-1.466 1,-1.666-0.168 0,1.170 0.720 0,6.458 2.370 3,-7.279 1.204-2,6.679 0.026 2,2.480 0.146 1,-3.258 0.159-9,0.874 0.067 1,0.733 0.056 0,7.604 0.043 0,-1.327 0.058 1,-2.376 0.035 0,-2.093 0.020-1,-2.028 0.009 3,-1.814 0.000 3,-1.528-0.003-4,-4.470-0.016-1,0.238-0.004 1,1.712-0.002 0,0.920-0.005 1,1.010-0.005 2,-1.946-0.004 0,1.446-0.003-3,7.950-0.002-2,5.270-0.001-1,5.602-0.003 1,17.078-0.937-1,5.033-1.418-5,-0.688-0.648 1,-4.080-0.124 0,-5.766 0.205 4,-6.270 0.383 2,-6.018 0.457 0,-5.327 0.462 2,-5.024-0.141 0,4.236-1.127 0,2.762-1.091 4,15.091-2.607 4,1.212-0.087-1,-0.525 0.542-15,-1.529 0.874 3,0.853 0.059 2,2.215-0.436 2,-13.363 1.663 3,-0.947 0.276-3,-1.217 0.371-2,7.540-0.285 1,-2.294 0.732-1,-2.331 0.687 4,-2.169 0.604 0,-1.894 0.505-3,-2.993 0.395 0,-4.310 0.315 0,-4.408 0.224 1,-4.104 0.152-1,-3.575 0.093 1,2.839 0.216 12,-2.694 0.217-1,5.779-0.356-11,4.046-0.127 0,-9.361 0.456 0,2.290 0.819 1,15.626 2.462-1,12.194 1.828-2,-2.625-0.615 1,3.559-0.026-5,13.071 0.639-2,0.974-0.784 1,3.150 0.969 1,4.182 1.939 5,-1.270 0.481 1,-4.449-0.440-3,-9.942-1.177 1,-4.648-0.462-1,-4.314-0.423 2,-3.782-0.369 12,-3.165-0.305-10,-8.344-1.371-1,-1.460-0.432-1,0.209-0.269 1,-1.633-0.536 0,-1.510-0.502 7,0.857-0.275 5,-3.308-0.533-6,-3.310-0.423-6,5.270-0.172 0,-5.680-0.804 4,1.092-0.683 0,11.967 0.876 0,-12.391 0.066-3,2.426 0.006-3,2.292 0.005 0,16.090 0.004-3,9.860 0.004 0,-0.904 0.002 0,0.365 0.001 1,-1.467 0.000-1,-2.531-0.001 0,-3.024 0.000 1,-3.119-0.001 2,-5.180-0.001 0,-1.011-0.001 0,3.698 0.000 1,-3.388-0.001 4,-6.974 0.000 7,-1.249 0.000-2,-2.845-0.001-1,-0.235 0.000-3,-0.295 0.000-3,-0.328 0.000 0,-0.333 0.000 0,10.801 0.000-2,7.109-0.001 1,0.472 0.427-3,-0.672 0.657 0,-2.294 0.746-1,-3.115 0.743 1,-16.464-1.555 2,30.111 1.925 0,4.633-0.173 2,1.488-0.352-2,-0.544-0.427 0,-0.790-0.436-2,-0.866-0.402-2,-1.771-0.344 7,-2.159-0.282-1,-12.137-0.257 0,0.129-0.094 0,0.685-0.075 0,5.420-0.063 2,-0.520-0.056-4,-1.029-0.035-1,-1.300-0.019 0,-1.397-0.010 0,-1.373 0.000 1,1.310 0.635-1,4.792 1.019-1,1.205 0.494 1,1.255 0.267 2,0.284 0.053 2,-0.195 0.254-1,4.694 0.706 0,9.009 0.854-2,1.133 0.045-1,11.189 0.610-2,-3.454-0.634 1,-18.853-1.552 0,-1.438-0.412 3,-0.970-0.399 2,4.236-0.213 3,-2.425-0.432-3,-2.665-0.363-2,-2.658-0.297 0,-2.488-0.232 0,0.850-0.990-1,-1.625-1.412 1,-8.343-0.064 0,-1.673-0.240 0,-1.649-0.059 6,10.772-1.715 4,5.264-1.045-3,2.634-0.169-7,0.812 0.377-3,3.427 0.674-1,4.700 0.791 1,-1.407 0.901 4,-0.305 0.654-4,-1.287 0.565 0,-1.800 0.467 0,-1.977 0.367 0,-9.638 0.297 0,1.634 0.129 1,2.536 0.099-1,6.640 0.086 1,0.604 0.061 3,10.347-0.862 1,-0.865-1.400 0,-12.147-0.043 0,-2.775-0.163 2,-7.364 0.288-3,-3.311 0.116-1,-3.373 0.175 1,0.502-0.068 2,-4.371 0.328 2,-3.823 0.319 0,-3.204 0.291 2,-2.581 0.255-6,3.838-0.009 2,8.073 0.381 4,-6.392 0.289-1,0.579 0.043-7,1.744 0.027-2,-0.481 0.005 0,1.986 0.005-1,2.102 0.000 1,11.369 0.021 2,0.458-0.012-1,-0.970-0.014-2,-1.747-0.015 1,-2.972-0.503 3,-3.449-0.754 2,-3.428-0.838 0,-3.112-0.814 0,-3.584-0.203-1,-3.295 0.126 0,4.054-1.840 0,-5.518 0.830 1,0.574 3.091 1,0.878 1.082-1,3.570-0.236 0,-2.047 0.005-1,5.872 0.001 0,-3.128 0.000-1,2.171 0.001-1,1.991-0.000-2,12.474 0.980-1,3.673 1.485 0,1.774 0.677 0,0.466 0.130 1,-1.343-0.213 1,-2.316-0.402 0,-11.775-0.978 2,-2.251-0.259 1,-2.274-0.252-1,-0.449 0.128 3,-3.409 0.148-1,-3.241 0.272 0,3.793 2.746 8,-7.058 3.300-1,-16.046-16.241-5,7.144-6.432-3,1.193-1.100-3,3.268-12.697-3,-1.350 5.144 2,0.785-4.731 1,1.058-4.168-3,-0.609 4.965 2,-0.186 1.569 0,-0.391 2.481 1,-0.502 2.928 1,-0.544 3.035 0,-0.537 2.912 0,-0.679 0.184 1,-0.230-3.933 6,-0.361-1.632-5,-0.300-0.540 1,-0.240 0.231 0,-0.186-1.376 0,-0.161 1.344-4,-0.091 3.311 0,-0.055 1.252 2,-0.143-0.804 2,-0.123 3.074 0,-0.700-4.581 1,-1.911 6.528-2,-7.898 15.640 0,-0.647-4.223 0,-0.004 0.101 0,-14.999-0.002-3,-0.133 0.000 0,-7.913 0.000-1,5.168-0.330 0,-5.008-0.548 0,-5.306-0.681-1,-10.280-1.086-2,-13.335-1.323-1,-14.884-1.431-2,-35.064-2.545-4,-6.298-0.180-2,-21.372-1.162-3,-8.317-0.321 0,27.205 1.698 6,9.510 0.432 21,12.164 0.532-14,13.149 0.564 0,12.959 0.547 2,12.001 0.504 0,24.907 2.183 7,-8.646-0.512 5,3.215 0.556-1,2.642 0.541 18,6.756 0.708 2,1.348 0.357-6,-4.273 0.205-26,-0.590 0.359 1,-9.526 0.236 3,0.877 0.351 7,-2.671 0.268-10,2.588 0.190 0,-1.008 0.105 4,-3.089 0.044 1,5.062-0.022 0,2.052-0.015-4,2.870-0.027 0,3.182-0.032 0,6.071-0.046 0,0.150-0.023 3,-0.579-0.022-1,7.898-0.031 1,-14.921 0.002 0,-1.942-0.014 1,2.939-0.014 0,-1.665-0.008-2,-1.704-0.005 1,-14.534-0.006-4,-4.330-0.004-2,9.513 0.345 1,-2.664 0.575 0,-2.774 0.712 1,-20.721 1.352 1,3.086 0.224-2,5.574-0.139-1,6.619-0.348 1,6.689-0.445 0,6.750-0.569 5,0.524-0.382-1,13.898-0.563 0,-0.814-0.153 5,-5.008-0.090 4,0.653-0.151 0,1.245-0.124 0,0.273-0.100-10,-0.434-0.077 0,-0.914-0.058 1,-16.781-0.077 0,-1.505-0.041-2,3.639-0.006 0,0.916 0.002 1,1.264 0.010 1,1.385 0.015 0,1.351 0.017-4,1.224 0.017 0,-33.380 5.498-3,0.850 2.502 0,-14.169 2.947 9,-19.249 2.866 0,-1.391 0.049-10,-8.953 1.166-8,5.728-0.481 3,38.177-4.788 4,7.205-1.052 9,7.489-1.158 7,-10.107 0.584-1,13.052-2.063-2,15.876-2.122 11,6.351-1.152 2,4.762-0.939 5,3.399-0.737-21,2.278-0.554-1,15.838-0.364 0,-19.181-0.101-1,-8.312-0.175 1,-27.381-0.272 6,-6.256-0.100-5,-1.988-0.014-12,0.766 0.038 0,-2.361 0.065 4,-4.039 0.077 4,23.350 0.133 6,2.247 0.039-3,2.886 0.036-2,-5.747 0.018-1,5.373 0.037 1,5.381 0.030 3,5.023 0.023 5,4.447 0.016-2,7.183 0.009-3,-4.493 0.008 1,-1.483 0.003-1,0.546 0.001 11,-5.347 0.001 4,-27.713 0.004-24,-9.617-0.002 0,-11.095-0.002-1,-10.998-0.004 0,-2.388-0.001-1,3.028-0.003 2,22.109-0.002 3,8.685-0.002 0,9.337-0.001 0,9.171 0.000 9,8.475-0.000 2,7.466-0.001-1,13.928-0.292 0,-0.116-0.512 0,6.391 0.098-2,-26.606-2.198 7,-7.735-1.344 2,2.700-0.374 0,-0.794-0.716-14,0.673-0.588-2,-17.283-3.465-5,1.151-0.894 0,2.528-0.559 5,3.135-0.308 7,5.093 0.809 0,5.823 1.409-1,10.557 1.865 1,6.698 0.884-1,6.440 0.713 2,5.801 0.549 1,4.964 0.406 4,-1.069-2.688 4,13.712 18.677-10,-6.031-1.161 0,0.331 0.709 1,3.874 3.472-4,0.898-2.770-1,0.143 4.288 0,0.100 4.094 0,0.067-3.405 0,0.018 3.284-1,0.010 3.186 0,0.006 2.872-2,0.001 2.446 1,-0.007-8.871 1,-0.002 0.398-1,0.942 11.323-1,1.413-1.924 1,0.643-2.847 0,0.120-3.152 9,-0.213-3.931 0,-0.383-3.981-5,-0.457-3.690 2,0.735 2.837 1,-1.306-3.609-4,-1.777 0.386 0,0.283 0.182 1,-0.015-0.494 1,0.001 4.709 7,0.000 7.093-12,0.000-9.823 2,0.000-0.570-1,0.000 7.542 0,0.000-7.687 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6:48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7253.000 4177.333 767,'3.771'20.074'0,"3.455"-4.469"-6,1.181 1.323 3,1.361 2.056 0,0.854 1.244-1,6.060 9.329-1,1.637 0.290-1,-0.214-1.837 3,-0.743-2.098 2,-1.207-2.409 1,-1.387-2.391 0,-1.377-2.175 0,-4.314-7.050 0,5.896 6.299-1,2.350 1.795 1,6.441 4.832 1,4.665 2.008 0,2.709 0.412 0,1.228-0.688-5,7.463 2.837-1,-1.470-4.467 0,-0.518-3.981 2,0.101-3.336 5,-11.097-6.694 3,-0.794-1.863-2,-0.789-1.753-2,8.328-0.833-1,5.658-1.938 2,6.834-1.574 0,7.142-1.230-9,6.856-0.922-1,15.938-2.662-1,4.198-3.426-1,10.626-5.385-1,13.560-6.087 6,-1.796-4.992 14,5.986-7.281-18,21.991-15.444-3,11.260-13.099 1,-39.087 12.882 7,-2.440-1.253-1,-3.781-0.077-3,25.349-17.018-2,-10.868 0.103 1,-11.418 0.713 12,-10.777 1.022 5,-9.455 1.123-9,-32.063 22.446 0,-3.646 1.177-1,16.236-21.117 1,-8.681-0.739-1,-8.872 0.963 47,-8.195 1.906-14,-7.056 2.261-32,-5.740 2.273 2,-5.371-7.365 7,-4.665-12.532-2,-4.708 3.041-7,-3.355 0.460-5,-2.902 2.896 0,-2.399 4.239 0,-1.899 4.790 1,-1.441 4.786 2,-4.380-11.361 0,-2.474 2.862 0,-2.551-4.191 3,-1.614-1.509 6,-5.718-12.603 0,-4.351-5.436-5,-1.073 2.677-14,-0.684 2.596 9,0.300 4.511 6,-8.226-11.155-9,-6.110-3.170-1,-9.024-9.109 16,-2.158 2.671-9,10.369 21.531-2,2.973 7.840 1,3.690 8.462 1,3.941 8.352 3,3.860 7.756 0,6.167 13.743 0,-13.388-8.338 8,-4.197 1.218-1,-2.780 1.758-6,-15.475-3.010 1,-13.534 0.152 0,-19.474-1.162-9,-6.118 4.315-5,-10.566 3.002 0,4.357 6.211 1,-1.456 5.710 3,-4.837 4.901 6,15.455 4.448 12,4.714 2.477-13,6.071 1.923-2,6.540 1.428-1,6.396 1.006 1,5.861 0.664 1,9.323 0.666 0,-6.251 0.982 0,-4.058 1.089 0,-2.306 1.114 4,-2.781 2.942 4,-2.988 4.104 0,-2.992 4.739 0,-29.814 14.797-1,5.145 6.292-11,9.310 5.246-2,10.994 4.145 0,12.287 3.773 11,9.957 4.710 9,8.581 4.360-2,7.004 3.769-8,5.439 3.088-8,17.825-25.591 3,-6.009 24.173-2,0.245 11.514-1,-1.476 18.566 3,2.835 3.609 18,3.384-0.910-7,3.553-3.908-21,5.357-14.926 2,3.654-4.912 2,3.670-4.973 7,4.493 14.954 11,4.871-12.168 6,5.403-9.961-11,5.245-7.740 1,-1.192-15.241 15,0.528-5.015-11,-0.185-4.457-7,-0.658-3.810 1,-2.982-7.392-1,0.411-1.156 0,4.889 4.330 1,2.157 0.270 0,7.423 5.025 5,2.658-0.374-7,3.827 0.284-5,4.192 0.655 1,6.000 1.800 1,6.557 2.333-1,-11.123-8.955 0,2.098-1.013 0,1.969-1.400-1,11.570 2.361 0,2.580-1.435-1,1.965-1.205 3,1.428-0.972 0,0.980-0.756-3,-47.045-14.312 4,78.765 14.277-7,25.156-0.004-3,22.239 0.360 13,-7.110-2.644 4,-16.278-3.011-24,-20.297-2.956 4,-20.863-2.655 2,-19.307-2.234 4,-16.617-1.776 2,-22.748-1.851 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6:49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9578.000 2087.333 767,'12.471'-14.789'0,"-4.096"3.495"-5,2.425-3.732 2,1.267-1.281 0,2.869-2.996-1,3.020-2.891-1,2.309-1.686 1,1.694-0.751-1,1.178-0.050 1,8.518-7.537 0,2.550-1.633-1,13.751-9.250 3,13.372-7.321 0,-13.663 12.454 1,1.616-0.471-6,0.508 0.143 1,8.296-5.357-2,0.386 0.850 0,0.068 1.103 4,-0.150 1.207 4,-0.287 1.198-2,2.903-0.350-3,-3.511 4.111 1,-14.642 9.788 1,-3.250 2.448 0,-3.177 2.165 0,-1.246 1.218 20,-4.504 3.149 6,-4.408 3.096-16,0.017 0.894-3,-6.803 4.001-1,-5.851 3.199 9,0.472 1.017-6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6:50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10389.000 1020.333 767,'12.482'8.387'0,"2.989"2.762"0,-5.731-3.632 0,4.238 2.922 0,2.418 1.016-13,2.264 0.622 10,2.009 0.320 1,-4.311-2.819-1,1.407 0.762 1,14.046 6.440-2,12.459 4.517-1,16.768 5.378 6,7.802 0.773-10,9.643 1.833-2,-2.474-2.223 0,-7.333-2.819 2,-9.610-2.927 6,-12.319-3.950 0,-10.272-3.254 9,-9.378-2.996-1,-8.042-2.584 11,-6.551-2.118-9,-1.422 1.880-3,-16.769 1.395 0,-2.132-0.882 0,3.595 2.450 2,-3.091-2.692 1,-10.821 5.807 4,5.435-4.467-13,-0.832 0.818 0,3.732-3.166 1,0.162-0.530-1,0.241-0.709 1,-4.281 1.834 1,-1.153-0.070 0,0.624 0.174 1,1.644 0.306-1,2.922-1.530 0,-6.076 4.572 0,3.704-3.791 2,-0.443-1.877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6:50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11733.000 508.333 767,'0.000'20.739'0,"0.000"-3.954"0,0.936 11.285 0,1.416 5.850-16,0.162-2.833 12,0.150 0.527-1,-0.078-0.343 1,-0.224-0.891 2,-0.408-3.750-1,4.543 44.202 0,3.053 11.749-4,-1.072-12.655 1,-0.057-0.040-1,-0.686-7.389 1,0.487 1.014-1,0.635 1.421 0,4.324 24.263 10,0.365-4.212-3,0.931-4.414-5,1.187-4.143 0,-0.679-7.395 13,-1.743-8.703 0,-2.699-14.622-6,-1.381-9.565 0,-1.207-9.136 1,-1.006-8.187 5,-0.803-6.977 5,4.465-3.983-12,2.426-18.416 5,-5.017-5.585 1,-1.382-1.322-1,0.911-4.257-6,0.856-3.486 1,0.750-2.712-1,0.103-0.575-3,-0.293 0.766 1,-0.509 1.507 0,-0.592 1.822 1,1.237-3.857 0,-4.002 12.417 0,-1.234 3.827 1,0.775-2.420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6:51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11754.000 657.333 767,'11.265'-6.428'0,"14.910"-0.807"-7,3.148 0.724 3,9.080-1.326-1,-6.696 1.752 0,3.882-0.316 0,3.772-0.253 0,20.874-1.457-2,12.360 0.730-1,12.301 1.011 0,11.355 1.116-3,9.914 1.101-2,-5.586 1.478 0,22.988 0.586-3,15.903 0.516-2,10.105 0.442-1,5.503 0.367 10,67.917 0.277-5,2.200 0.384 0,-17.802 0.240 2,-28.294 0.133 2,-38.660 0.169 12,-29.951 0.207 1,-27.577 0.208 0,-23.872 0.191-1,-19.640 0.164 72,-15.417 0.136-71,-11.545 0.107 2,-26.901 6.596 18,1.716-0.952-3,7.553 3.911-12,1.059 6.173 2,1.008 5.983 4,0.709 0.119-1,0.140 0.651-7,-0.051-0.402-9,-0.171-1.049 1,-0.234-1.383-1,0.555-7.065 2,-2.133 9.684 0,-0.970 3.032-1,-0.779 2.578 3,-1.974 11.011 1,-0.848 7.485-4,-1.689 11.039-6,-0.477 3.257 1,2.863-12.796 3,-0.238 6.659-1,-2.733 28.800 2,1.254 0.994-2,2.898-18.403 0,1.160-4.006 0,0.748 0.282 0,1.271-7.760 4,1.094-7.831 3,0.902-7.298 8,0.713-6.421-3,0.539-4.598-4,0.444-7.501-1,0.282-6.513-1,0.526 0.911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6:51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11157.000 1404.333 767,'20.707'2.265'0,"29.359"2.530"0,38.467 3.174 0,24.877 3.124-42,14.456 2.813 23,3.976 0.460-1,-2.707-1.001 1,-5.524-1.797 6,-6.732-2.114 6,-38.199-3.701 9,-6.876-1.069 5,-6.942-0.982-1,5.296-1.250 0,-10.570-2.383-1,-9.518-1.666 7,-11.614-0.913-1,-10.336-0.368 3,-8.709 0.001-4,-6.993 0.232-5,-2.217-1.524-5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6:52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12522.000 828.333 767,'-5.995'18.270'0,"2.006"-6.113"0,-0.478 1.455 0,-0.269 0.820 0,-0.117 0.360-12,1.447-3.916 10,0.294-0.075 0,-0.383 2.968 0,0.844-1.701 0,-0.249 6.050 5,2.961-3.897 2,8.162-5.664-5,2.538 0.000 0,13.405 4.844-1,3.411-2.700 0,12.024 2.594-3,11.506 2.268-4,10.263 1.883-2,11.611 1.491-1,16.124 2.345-2,15.372 2.048-3,-3.489-2.127 6,-13.758-3.675 4,-13.664-3.289 2,-14.557-3.216 0,-13.897-2.902 2,-12.332-2.467 8,-10.342-1.993 4,-8.250-1.536-8,-2.891-0.901-2,-24.354-4.709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6:52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12885.000 913.333 767,'0.000'18.928'0,"0.000"-7.910"0,0.000 1.963-6,0.000 1.565 3,0.000 1.198 0,0.000 0.880 1,0.000 2.500 0,0.000 0.850-1,0.000-4.259 1,0.000-0.597 1,0.000-0.809-1,0.000-0.575 4,0.000-0.380-1,0.000-0.226 1,0.000 1.283-1,0.000-0.477 0,0.000-2.130-1,0.000-0.640 1,0.000 11.214 0,0.000-4.423 1,0.000-4.236-1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6:53"/>
    </inkml:context>
    <inkml:brush xml:id="br0">
      <inkml:brushProperty name="width" value="0.0970111099349128" units="cm"/>
      <inkml:brushProperty name="height" value="0.0970111099349128" units="cm"/>
      <inkml:brushProperty name="color" value="#0070c0"/>
      <inkml:brushProperty name="ignorePressure" value="0"/>
    </inkml:brush>
  </inkml:definitions>
  <inkml:trace contextRef="#ctx0" brushRef="#br0">13525.000 700.333 767,'8.757'8.758'0,"0.312"0.312"0,0.991 0.989 0,-2.631-1.695 0,2.867 7.992-10,-4.647-5.519 10,0.177 1.550 0,0.064 1.258-1,5.241 15.399-3,-1.079-0.947 0,-2.450-5.047 3,0.177 3.132 1,0.091 3.354-2,1.489 11.295-5,-0.996 1.853 2,-0.681 2.836 1,-1.599-3.985 0,-1.454-5.950 1,-1.251-6.734 5,-1.009-6.550-1,-0.772-5.852 3,-0.562-4.909 1,0.029 0.802-2,5.422-3.112-2,-1.075 1.524 1,-0.633-0.471-1,-3.710 6.274 14,-0.806 2.694-11,-0.557-4.846-6,-0.613 0.093 1,-0.675-0.809-1,-0.655-1.294 1,-0.585-1.476 0,-7.862-2.357 0,-11.128 0.430 1,-30.753 3.148 0,-18.481-1.216-11,-27.645-1.709-4,-30.711-1.852-3,30.573-2.947 5,0.292-0.877 1,3.846-0.791 1,-23.764-0.278-3,15.777-1.012 2,21.077-0.741 3,17.478-0.484 4,16.113-0.319 24,13.937-0.190 7,11.437-0.095-9,8.947-0.027-17,24.921-1.324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7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4458.000 337.333 767,'-10.021'10.022'0,"3.104"-2.760"0,-1.545 2.121 0,-1.362 2.074 0,-6.556 7.981 0,-2.192 2.410-30,-1.584 1.425 23,-1.077 0.702 0,3.051-3.254 4,1.080-0.676 0,1.400-0.847 2,1.511-0.898 1,1.481-0.869-1,1.357-0.793-1,2.669-3.557 0,-1.610 4.648 1,-10.386 23.766-3,-1.505 7.720 3,-3.322 19.836 0,-0.311 16.175-19,0.198 8.815-1,0.487 3.583 1,8.194-29.076 7,1.752-3.970 1,1.963-4.864 1,-2.073 18.141 8,2.171-1.886 4,3.243-11.880 30,2.039-6.343-21,1.884-6.750-8,1.644-6.514 0,1.369-5.883 0,1.030-3.155 3,0.970-6.416-1,1.214-6.593-1,1.282-1.397 26,1.317-0.320 9,1.251 0.407-41,1.124 0.856-1,1.402 3.843-1,1.042 3.913 0,1.544-1.741 1,4.775 5.681 1,12.453 19.566 3,4.904 3.479-9,2.863 0.553-4,1.369-1.283 0,0.340-2.296 0,4.296-4.421 0,10.915 0.800-2,1.313-6.297 1,5.031-2.201 15,26.990 7.100 3,15.316-1.843 1,6.061-5.286-4,-0.068-6.895-15,-8.487-7.251-2,-12.816-6.823 2,-21.297-7.092 6,-10.823-3.925 18,-9.926-3.219-3,-8.658-2.534 23,-7.235-1.914 10,-5.810-1.379-29,-4.649-0.729-2,-0.015-0.445 7,2.320-0.445 37,0.395-0.180-58,6.688-1.286-2,3.033-1.312 1,7.847-2.363 3,10.054-2.785-5,-0.261 0.094 0,1.490 0.194-2,-2.213 0.353 0,0.910-0.513 1,0.818-0.666 0,-0.665 0.005 13,-3.018 0.752-6,-3.811 1.080-2,-4.080 1.224 0,-5.122 1.454 0,-2.730 1.053 8,-7.900 1.462 3,-1.636 0.523-1,2.744 0.188 7,-2.251 0.627 2,1.151 0.472 0,-2.645 0.511-7,-2.194 0.328-5,-1.725 0.188 0,0.627 0.087 1,1.992 0.018-1,0.382-0.488-4,0.666-0.732-2,0.337-0.835 1,0.107-0.833-1,-6.748 0.405 1,11.771-4.254-1,5.287-2.951-2,7.247-5.239 9,2.443-4.161-10,0.016-1.783-5,-1.451-0.190-1,-10.611 5.541 9,-0.417-0.359 0,-0.120-0.531 0,8.798-7.208 11,-1.424-0.575-9,-6.874 3.971-1,-2.266 0.606 1,-2.298 0.726 2,-2.171 0.760 3,-1.948 0.731-2,-1.676 0.668-4,-5.050 5.307 1,1.972-2.756 0,0.195-0.948 0,2.356-4.857-1,0.787-3.560 15,4.328-10.396 1,-0.327-2.840-22,0.937-11.147-1,-1.409-8.857-3,-6.439 13.194 9,-1.529-1.530-2,-1.594-0.992-3,0.473-18.191-2,-2.649 1.271 0,-2.472 7.407 8,-1.509 1.627 0,-1.186 1.453 9,-0.895 1.236 0,-0.659 30.009-9,-0.770-24.083-2,-1.391-2.489-1,-1.578-1.876 1,-3.115-19.483 14,-0.509 2.689 5,-0.610 4.666-29,-0.619 5.444 0,1.789 17.650 11,-0.709 1.484 15,-0.840 0.785 0,-3.441-10.247 2,0.779 5.140-16,1.848 9.039 1,0.903 5.445 0,0.858 5.146 0,0.764 4.573 16,0.650 3.870 0,-2.825-4.688-4,0.784 3.998-5,-6.328-8.777-1,-2.725-3.003 0,0.634 1.168-13,-0.154-0.488 0,-2.214-2.566 3,-0.613 0.491 0,-1.514-1.084 6,-1.923-1.939 0,0.214 0.867-1,1.484 2.483-4,2.121 3.239 1,2.317 3.406 0,2.226 3.204 1,1.975 2.797 3,-2.468-1.640 0,-5.448-4.662 0,-4.930-3.869-3,-3.679-2.964 0,-2.613-2.183-1,-1.732-1.520 0,-14.654-12.745-5,0.059 1.310-6,-3.285 1.709 4,-5.012 1.799 1,15.643 12.985 17,1.486 2.928-4,2.217 3.163-7,-2.523 0.808 0,3.991 3.698 0,4.000 3.195 1,3.749 2.659 15,3.343 2.131 0,2.856 1.643-9,3.137 1.547-2,2.031 1.153 1,0.425 0.952-1,-0.687 0.758 12,-1.959 0.590 21,0.484 0.503-37,-0.754 0.391-1,1.341 0.213 1,-2.419 1.998 3,-4.477 2.899 3,0.946 0.943-7,0.118 0.837-1,0.982 0.392-1,1.465 0.079 1,1.249 0.410 0,-1.108 1.462 3,-1.687 1.727 0,3.784-1.422 0,-2.585 1.841-1,-12.972 7.769 0,-1.632 1.144-1,2.926-0.785-2,-0.389 1.587 0,0.456 0.424 0,0.999-0.389 3,-3.516 2.835 1,-0.585 0.859 0,-3.694 3.791 5,0.583 1.047-2,7.269-4.783-5,3.095-1.758 0,3.386-2.158 2,3.346-2.271 1,3.091-2.191 0,-6.417 4.727 4,1.900-2.767 2,1.538-1.861-2,-0.721 0.037 0,-0.468-0.095 1,0.395-0.532-2,0.990-0.817-10,1.369-0.984 1,-3.557 2.240 5,1.119-1.349-1,-0.359 0.104 8,2.194-1.271 4,3.308-2.137-6,3.397-2.269 0,3.282-2.238-1,2.924-2.024-1,2.452-1.715 0,0.109 0.036-2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7:1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12522.000 173.833 767,'-6.336'0.657'0,"0.479"1.059"0,-3.728 1.868-7,-4.483 2.300 3,-6.624 3.725-3,-4.073 2.840 0,-6.274 3.271-1,-2.380 0.759-1,-2.246-0.030 1,-1.966-0.504 0,-0.685 0.146 6,0.148 0.526-1,-3.191 2.669 1,-4.927 3.723 1,5.899-1.622 2,1.876 0.557-7,2.973 0.028 0,3.488-0.318 0,3.589-0.524 1,-1.382 3.599 3,1.481 0.961 1,4.632-2.165 1,2.288-0.039 9,5.231-4.485 0,0.430 0.590 0,0.045 0.834-2,-5.376 7.895 0,1.264-1.445-11,1.551-0.416 1,1.587 0.243-1,3.435-4.227 10,1.349-1.459 0,1.220-1.662-5,1.049-1.682-1,0.868-1.579 0,0.689-1.402-1,-0.013 1.611 0,-0.041-0.491 0,0.808-1.670 0,0.854-1.476 9,1.005-1.593-2,1.032-1.561 4,0.979-1.430-11,0.879-1.248 2,0.671-0.851 0,0.003 2.526 1,1.715-1.466 2,1.467-0.725 0,-1.863 0.416 0,-6.962-1.118 0,1.483 1.598-3,-0.438 1.026-2,-0.292 0.128-1,0.203-0.554 0,2.187-2.720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7:1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11328.000 771.833 767,'0.936'12.914'0,"1.416"5.986"0,1.094 5.438 0,1.357 7.501-26,2.082 9.943 14,1.335 4.145 1,0.992-1.362 1,1.401-0.996 1,1.309-1.984 3,1.144-2.439 2,-3.355-12.827 1,1.552 1.527 1,10.169 20.037-2,2.218 2.011 4,3.511-1.683 4,7.919 3.798-1,-4.931-10.801-9,0.559-1.733-1,10.511 9.889-2,-3.299-6.429 1,-9.163-12.057 3,-3.665-5.665 0,-3.594-5.380 17,-3.317-4.844 6,-2.919-4.179-6,-2.468-3.467-3,-2.622-4.076-3,-0.031-3.299 0,5.707-7.302 1,2.591-6.601 4,-2.123 0.040-2,1.140-1.513-7,3.963-4.196-8,2.074-2.503-2,-2.255 1.787 3,0.608-0.854 4,0.392-0.597-3,-2.200 1.691 0,-0.963 0.298 0,-1.255 0.485 1,1.747-3.268 0,-3.173 2.251 1,-3.239 2.533 3,-3.040 2.524 4,-2.219 1.602-1,-2.694 3.047 5,-2.090 2.665-3,-1.033-1.848 3,-3.606 3.825-3,-1.999 0.826-1,6.376-1.812 2,2.388-0.140-5,-0.174-4.090 1,-2.960 4.005-3,-0.305 1.020-1,0.342-0.334 0,0.490-0.262 0,0.554-0.214 0,0.573-0.170-1,0.564-0.130 2,1.101-0.906-1,0.369 0.177 1,0.216 0.284-1,0.103 0.337 0,2.155-2.060 0,-2.297 2.972 0,-1.114 1.408 1,1.626-1.324-1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7:2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5696.000 1773.833 767,'13.310'-3.288'0,"-0.971"0.740"0,7.303-0.970 0,19.231-4.228-20,7.490-2.983 3,-9.749 1.804 7,3.020-1.055 0,2.970-0.955-2,17.604-4.413 0,-2.956 1.179 2,-5.461 1.974 3,-6.488 2.280 0,-29.633 6.360 5,18.981-5.328-3,-6.384 0.610 13,-6.231 0.758-2,-5.647 0.793 25,-4.835 0.751-8,-3.943 0.665-18,-2.354 0.144-4,-0.962-0.448 5,-1.273 0.069-1,-0.649-0.936 0,-0.577-1.058 1,-0.350-2.926-3,-0.571-0.851-5,-0.426-0.484 0,-0.302-0.216 0,-0.128 4.866 1,-0.106-6.209-1,-0.074-3.551-1,-0.013 0.449 5,-0.015-0.572 1,-0.001 0.066-8,-0.055-6.679-1,0.030 0.001 0,0.038 1.170 2,0.039 1.774 6,-0.166 3.476-1,-0.284 3.094 0,-0.332 3.079 1,-0.334 2.819 1,-0.306 2.424 1,-2.306-0.308-4,-3.112 4.807 2,-0.569 3.119-1,-0.071-0.100 1,0.788-1.958-1,-0.026-1.892 0,-0.935-0.400 0,-1.217-0.193 0,-0.905 0.078 0,-0.643 0.244 0,0.101-0.144-2,-1.276-0.765-1,0.163 0.117 0,-1.281-0.029-1,-2.309-0.363 3,-2.933-0.584-1,-1.581-0.219-1,-0.545 0.051-1,0.221 0.242 0,-6.358-0.850-2,2.103 0.859 0,4.428 1.046 1,3.083 0.719 4,3.036 0.634 3,2.773 0.532 3,2.393 0.424-1,1.967 0.326-3,-2.316 0.225 2,-0.369 0.329 1,2.397-0.006 1,-0.789 0.014 0,-4.170 0.976-5,-2.137 1.402-5,0.457 0.283 0,-0.300 0.122 1,-2.297 1.106 1,-1.037 1.111-1,-0.034 1.148 4,0.573 1.067-2,1.334-0.011-1,1.676-0.662 0,1.732-0.996 3,1.612-1.109-1,3.124-0.930 2,1.278 0.343-1,0.343 1.213 0,1.367 0.001 6,-1.269 4.613-1,2.137-1.121-7,0.780-0.992-1,0.071-0.669 1,-0.206-0.361-1,-0.093 0.468 1,-0.067 3.800 1,0.096-2.615 4,-0.834 2.752 0,-0.030 1.105-7,-0.681-0.419 0,-1.017-1.302 0,1.352-3.420 1,0.128-0.389 2,0.267-0.244 2,-0.635 2.441-1,0.773 0.166 1,0.783-0.775-1,0.683-1.141-1,-0.265 3.173 1,1.394-3.208-1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7:3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11114.000 1987.833 767,'6.460'0.000'0,"-0.162"0.000"0,-0.094 0.000 0,-0.062 0.000 0,-0.002 0.000 0,0.001 0.000 0,4.385 0.000-13,-3.666 0.000 13,1.401 0.000 0,1.074 0.000-1,0.785 0.000 1,0.543 0.000-2,0.348 0.000 0,8.026 0.000-3,12.352 0.000-2,0.836 0.000 0,7.081 0.000-2,12.767 0.000-2,6.021 0.000-1,14.749 0.000-4,-4.444 0.000 4,-9.878-0.084 1,-9.817-0.131 5,-9.986-0.145 1,-9.246-0.144 1,-8.006-0.131 18,-6.568-0.110 0,-5.129-0.091-9,-3.809-0.068-1,-0.670-2.052-1,-4.272-3.205-1,4.494 2.118 2,6.150 1.706 3,0.147 1.724-1,4.208 0.102 3,10.165 0.036 4,5.445 0.133 1,7.154 0.111-23,7.547 0.087-1,-10.067 0.074 4,2.462 0.028-2,2.267 0.022 1,26.176 1.004-4,11.948 1.503-1,4.933 2.557 2,0.257 2.967-3,-19.625-0.735 3,-6.137 0.054 1,-7.014-0.401 1,-7.188-0.684 10,-9.843-1.354 1,-4.112-0.700 0,3.202 0.255 20,-7.888-1.190 2,-7.003-1.010-3,-5.842-0.810-7,-4.624-0.617-9,-1.186-0.375-2,-0.990-2.249 0,-2.087-9.398-2,-1.637 2.228-1,0.163-2.481 0,-0.001-2.232 0,1.001-6.777 1,0.281-0.765-1,0.294 0.375-6,0.280 1.053 1,-2.470 11.338 2,3.862-18.581-2,0.247-3.357 2,-1.033 5.807 0,0.230 0.636 1,0.264 1.251-1,1.915-8.639 0,-0.736-1.112-5,-1.033 0.348 11,-1.123 1.201-2,-1.077 1.564-3,-0.952 1.644 0,-1.187 3.839 5,-1.184 4.089-1,-1.107 4.197-1,-0.966 3.904 0,-0.797 3.388 4,-1.381-1.740-3,1.172 3.933 14,-2.140-3.337-10,1.387 2.799-9,0.169-0.452 0,1.296 1.188 0,0.385 0.019 1,-0.007-0.250-1,-0.090-0.189 0,-0.064-0.084 0,-0.028-0.020 0,-0.006 0.005 0,1.001-5.351 1,0.419 3.942 2,-0.491-1.540 0,-0.627-1.332 0,-1.823-6.496 1,-1.422-4.311-3,-0.504 0.804-3,-1.279-1.455 0,-1.276-0.954-1,-3.402-5.896-1,-2.114-2.528-1,-3.049-3.876 2,-0.794 1.144 1,-0.187 2.170 1,0.199 2.595 0,0.412 2.623-1,0.506 2.403 0,1.914 4.096 1,1.925 3.833 0,2.041 3.754 0,1.941 3.385 1,1.714 2.874 1,1.432 2.318 8,-2.439 0.647 2,0.220 4.310 0,1.438 1.627-2,-0.248-0.738 1,-0.724-1.084 1,-4.961-0.317 5,5.220-0.193-5,-0.834-0.026-7,0.121-0.017-3,-0.221-0.010-1,-0.082-0.006 1,-0.325-0.004 0,-0.073-0.001 0,-0.057 0.002 1,-0.041 0.002-1,-0.030 0.003 0,-2.488 0.002 0,-3.288 0.003-1,-3.790 0.003-1,-3.829 0.002-2,-10.824 0.938-1,-9.902 1.419-3,-10.727 0.647-2,-10.271 0.124 0,14.761-0.959 3,-1.897-0.178-1,-1.294-0.221 0,-12.525 0.066-2,3.207-0.375 0,4.695-0.347 6,5.301-0.304 2,5.296-0.254 1,36.586-0.448 1,-38.881 0.193 4,-3.247-0.118 0,-0.551-0.090 1,-3.376-0.072 1,1.732-0.052-1,2.343-0.032 1,10.423-0.004-7,3.595-0.005-7,3.341 0.000 10,3.001 0.003 2,0.009-0.001 1,3.849 0.009 14,-0.691 0.001 10,4.818 0.015-22,5.840 0.017 2,3.281 0.009 0,2.753 0.009-3,2.210 0.005 0,1.609 0.088-2,-1.616 0.475 0,4.188 2.903-2,4.522 3.174-1,-2.083-0.946 0,-0.430-0.072 1,0.061-0.006-1,0.028 0.003 1,-0.002 0.001-1,-0.856 8.525-1,-1.837 10.059-2,-1.883 7.337 0,-1.454 4.472-4,-1.021 6.132-5,-0.669 6.587-3,-0.395 2.490 9,-0.197-0.209-1,3.168-14.040 1,0.118 0.508 0,0.109 0.934 1,-1.638 8.607 10,0.504-3.308-5,0.594-4.544-4,0.606-4.999 1,3.432-14.581 2,-2.566 11.158 1,-0.080-1.929 12,-0.055-1.349 7,0.936-4.575 0,1.096-4.635-19,1.097-4.272-3,1.004-3.679 2,0.859-2.998 3,-0.066 0.941 2,2.299-2.076-1,-3.547-1.039 2,-0.930 0.912 1,-0.785 3.774 3,2.563-4.178-3,-1.155 3.556-7,1.603-3.363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8:1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4757.000 2968.833 767,'-9.167'4.638'0,"-10.040"3.736"0,-17.552 6.709 0,-10.743 3.995-35,-8.836 3.255 18,-6.096 2.186-1,-16.115 7.871-5,-3.904 4.141-2,17.771-7.332 8,2.955-1.394 4,4.008-2.303 2,-12.979 6.107 7,9.663-2.990 4,14.233-5.891 4,8.372-3.469 16,7.553-3.331 7,6.475-2.994-9,5.308-2.560-4,5.799-1.700-5,3.423 0.316-1,2.143 5.303 8,3.308 4.511 2,1.456 6.750-11,0.207 7.503-14,0.373 12.991-3,0.436 15.149-3,0.417-14.059 3,-0.354 0.327 0,-0.509-1.328 0,-0.802 8.155-2,-0.019-0.030 0,0.201 0.279 0,0.333 0.462 28,0.705-9.551-21,0.293-1.253 0,0.840 8.758-1,1.680-3.008 0,0.975-11.574 2,1.224-0.934 28,3.450 11.365-2,1.754-4.051-17,1.283-3.113-3,0.885-2.274 0,0.565-1.561 4,0.321-0.992-7,-3.180-10.758-2,-0.123-0.402 0,-0.134-0.162 0,2.502 5.894-1,0.848-1.043 8,0.985-1.326 3,0.998-1.410 0,0.935-1.359-8,-1.104-5.040-2,2.613 1.151 0,2.130 0.443 0,1.685-0.085 0,1.288-0.455 6,9.579 7.669 1,0.302-1.164-1,3.159 0.522-6,4.599 1.492 2,2.211 0.074 6,0.570-0.789-11,-6.677-5.390 0,-1.582-1.426 1,-1.814-1.419 5,-1.847-1.323 2,-5.348-3.831-1,-0.138-0.220-2,-0.205-0.413 1,-0.242-0.531 0,6.969 2.916 7,1.633-1.198 4,-6.886-4.420-6,-1.208-0.967-3,-1.653-0.916-3,-0.541-0.823-2,0.278-0.716 1,0.847-0.607 2,0.536-0.845 9,0.290-0.977-9,0.102-1.023-2,4.172 0.092 0,1.697-0.172-1,2.679-0.096 5,2.013-0.248-1,1.882-0.248-3,1.673-0.232 0,1.433-0.207-4,-5.250-0.962-1,-0.707-0.419 0,7.264-0.152-2,5.407-0.591 0,-8.499-0.939 9,1.083-0.318 33,17.679 0.030-44,-1.032-0.487 1,6.485-0.366-1,1.774-0.337 13,-2.707-0.228 2,-5.175-0.143-6,-6.217-0.436-2,-4.841-0.583 1,-4.204-0.622 13,-3.451-0.593 1,-2.697-0.524-13,-10.371 0.201 1,-1.215-0.753-1,5.791-2.245 0,1.179-1.289 5,3.106-2.009 29,-0.941-0.934-27,-10.090 2.529-8,-1.702-0.100 1,-1.804-0.050-1,4.611-4.126 5,-1.460-1.675 1,-3.047 0.336 5,-2.325 0.458-6,-2.287 0.874-2,-2.078 1.061 0,2.145-4.453 2,0.472-2.080 2,1.650-3.311-6,3.553-6.657-1,1.312-3.945 0,4.093-8.161-6,1.875-4.333-1,-6.024 8.831 5,-1.012 0.464-1,-1.392 1.031 1,2.538-5.620 0,0.668-1.374-1,1.730-3.419 13,-1.324 2.331-5,-4.826 8.542-3,-1.650 2.252 1,-1.629 2.081 1,-1.027 1.458 6,0.163-0.631-2,3.742-7.154 0,0.936-0.381-3,-4.620 10.098-1,0.176 0.547-1,0.186 0.537-1,3.314-5.976-1,-0.443-0.155 1,-0.165-2.362 1,-2.494 1.358 0,-4.422 8.355 2,-0.286-1.023 0,0.058-1.621 2,1.475-5.756 0,-0.451 0.339-8,-0.599 1.205-1,-0.658 1.692 1,-0.660-4.476 0,-1.292-5.841 5,-1.726-0.753-1,-1.010-4.583-3,-1.154 2.928 0,-0.642-0.953 0,-0.348-12.287-2,-0.683-1.159-2,-0.517-4.347 1,-0.423 3.130 11,-1.201 2.131-8,-1.563 1.337-1,0.020 16.963 11,-0.706 3.194-1,-0.676 3.479-5,-1.537-0.978-1,-0.690 3.130 1,-0.528 2.437 8,-2.744-1.253 7,-3.102-0.952-13,-0.846 2.518 1,-1.874 0.086-6,-0.254 2.510 1,-2.341-0.453-1,-2.503-0.634 0,-11.127-9.211 2,-1.195 0.545-7,-0.653 2.142 0,-0.270 2.916 0,-4.734 0.317 9,-7.011-1.280 4,9.362 7.181-2,0.400 1.753-11,1.322 2.192 2,1.896 2.379-1,-0.241 1.415 1,-0.685 1.047-1,-1.391 0.553 12,1.990 1.160-1,-0.452 0.195-5,0.255 0.581 0,0.746 0.827 0,-14.892-2.098-1,-4.181 0.497 10,0.176 1.155 1,2.790 1.446-17,4.632 1.869 0,-1.341 1.167 0,1.401 1.036 15,3.057 0.876-3,3.888 0.710-8,4.136 0.551 1,3.988 0.409 1,3.602 0.287 1,1.614 1.124 0,0.597 0.708 0,-21.176 2.496 4,-5.910 0.835 5,-16.437 3.437-3,-1.161 2.548-22,20.870-2.732 4,3.629-0.185 1,4.277-0.518 4,-2.833 0.774 3,6.656-1.349 4,10.992-2.301 0,3.642-0.855 13,3.200-0.794 13,0.389-0.332-1,4.022-0.918-16,3.331-0.726-2,2.642-0.548-3,-1.159-0.460 0,1.168-0.623 0,0.614 4.092-2,-4.952 0.804 1,4.322-2.089-2,-0.658 0.426-2,-0.453 0.518-1,-0.730 0.728 1,-0.013 0.429-1,0.151 0.343-1,0.256 0.262 2,0.517-0.370 1,-0.107-0.274-1,-2.486 1.034 0,0.994-0.705 1,1.269-0.698 1,1.322-0.633 1,1.237-0.535 0,-2.302 1.660-4,2.760-0.963 1,-0.026 1.096 0,0.710-0.062 0,-0.220 0.174-1,-0.317 0.139 1,-0.184 0.066 0,-1.196 1.147-1,1.419-1.419 1,-2.167 2.168 0,-2.164 2.163 1,-1.989 1.990-2,-1.173 1.172 1,0.857-0.854 0,1.543-1.544 0,1.814-1.814 0,1.815-1.813 1,1.647-1.648-1,0.125-0.124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8:1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5461.000 3885.833 767,'3.556'7.282'0,"0.636"1.301"0,0.940 1.571 0,1.000-0.058 0,-2.629-5.126-8,0.247-0.101 2,1.447 1.545 5,2.109 2.488-1,2.375 2.905 0,2.373 2.960-2,6.735 7.221-3,6.434 6.276-1,-5.354-6.705 2,0.811 0.028 0,0.262-0.667 1,5.568 3.719-2,-0.156-2.006 1,-6.247-6.417 1,-1.313-2.108 7,-1.490-2.166 1,2.557 0.259 2,-3.606-3.341 0,-3.506-2.802 0,-3.149-2.232 2,-2.666-1.697-2,1.010-1.142 0,-3.502-5.206-2,2.118 2.528 1,-4.118-7.703 8,-1.973-3.236-2,-0.632-2.599-14,-0.833-4.758-2,-0.959-4.612-1,-1.318-6.255-1,-0.829-0.771 0,-0.608 0.789 1,-0.422 1.695 0,-5.333-5.252 0,-3.566-1.186 6,-2.329 0.539 4,-1.375 1.532 4,4.243 10.217-6,-6.571-7.122-11,-1.041 1.767 0,7.802 11.883 4,0.197 1.701 20,-4.351-3.521 3,2.095 2.472-21,4.325 4.993 2,1.081 1.787 0,0.910 1.711 9,-0.211 0.942 7,1.069 1.813-9,0.952 1.514-2,0.811 1.221 0,-3.619 0.464 0,-1.446 1.779-1,3.753 0.467 0,-0.988 0.211-1,-0.173 0.041 0,0.023-0.045-3,0.615 0.102 1,1.022 0.177 1,1.147 0.209 0,-2.820 1.898-1,3.451 0.673 1,0.983 2.672-1,1.687 0.356 1,0.139 0.043-1,-0.281-0.051 1,-1.380 2.159-1,-0.551 0.805 2,0.519 0.696 0,-0.521 1.661 0,-0.343 1.762 0,0.164 0.909-1,0.640-1.065-4,0.585-1.246 0,0.643-1.665 1,0.636-1.829 1,0.589-1.811 2,0.385-1.107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8:1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4202.000 4035.833 767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8:2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4608.000 3459.833 767,'6.589'0.000'0,"-0.586"0.000"0,3.936 4.530-7,-3.242 0.577 5,2.408 1.587 0,1.743 1.301-1,1.186 1.029 0,-0.610-0.549-1,0.638 0.253 1,0.546 0.100 0,5.320 2.658 0,-0.260-1.419 0,-1.731-0.772 1,-2.466-0.316 1,-3.138-1.635 0,-1.676-1.064 4,-1.401-1.144 5,-1.122-1.110-6,-0.860-1.007 2,3.855 0.572-2,-0.611-2.262 1,2.878-4.752 0,-1.512-2.579-2,-4.452 1.927-2,2.927-3.045 0,0.727-1.219 0,-0.142 0.112-2,0.195 0.090 1,0.078 0.354 1,0.001 0.490 0,-0.050 0.538-1,-2.071 1.581 1,0.192-0.235 0,2.018-1.673-1,-0.522 0.223 1,-0.758 0.419 4,-0.844 0.509 0,-0.836 0.525-1,-0.763 0.493-3,-0.657 0.438-1,-0.541 0.365 1,3.220-3.300-1,-0.922 0.663 0,0.466-0.558 0,-2.239 2.312 1,-0.596-0.036 2,1.001-2.094 4,1.137-2.491 2,5.293-8.016-7,2.604-3.009-6,1.230-1.894 0,0.290-1.052-1,-0.303-2.322 3,-0.635-2.879-1,-4.633 7.611 5,-0.539 0.152-1,-0.499 0.425-1,1.978-6.255 0,-1.905 2.344-1,-1.982 2.665 4,-1.852 2.621 1,-1.123-0.979 2,-2.034 4.235-1,-0.915 0.512 2,-0.916 2.669 8,-0.697 2.797-8,-0.503 2.624-8,-1.584-0.903 1,-4.626 7.588 3,1.963 4.942 1,-0.661-0.353-1,0.125-1.121 0,-0.025-0.171 1,-0.016 0.049-1,-1.807 1.568 1,1.681 0.182-3,-3.048 2.605-2,-2.968 2.537 0,-2.655 2.270 0,-2.229 1.906-2,4.719-4.568 2,-12.677 8.900-3,-5.648 3.749-2,-18.271 15.244 1,-11.228 11.530-1,15.159-11.182-6,0.979 0.386 0,2.418-0.830 2,-10.409 12.300-3,5.692-2.481 1,8.992-7.210 3,7.853-6.854 28,7.562-7.151-3,6.756-6.745-6,5.700-5.936-2,4.577-4.947-3,13.177-6.493 10,-3.644-4.863-8,0.269-0.477 0,0.028-0.184 0,-0.123 0.015 1,-0.206 0.136-1,-0.241 0.199-1,3.444-2.536 4,-2.534 1.957-2,-0.903 0.719-2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8:2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11541.000 3395.833 767,'-6.997'0.000'0,"0.607"0.000"0,-1.302 0.000 0,-2.679 0.936 0,1.845 1.417 0,-3.485 1.582-14,-3.889 1.540 11,-0.296 0.583 1,-3.754 1.989-2,-0.514 0.118-1,-2.644 0.666 0,-2.460 0.388 0,-5.587 2.363-2,-7.554 3.658-1,-24.086 10.217-4,-3.036 1.387-2,11.286-4.107 3,4.446-1.088 0,5.558-1.442 1,5.919-1.576 3,9.667-4.061 8,2.893-0.988 2,2.956-0.669 7,2.866-0.409-1,2.664-0.205 8,-0.947 3.525 5,2.761 0.705-12,3.947-1.020-8,2.307 0.755 1,1.502 1.449-1,0.865 1.831 1,1.263-1.108-2,0.281 0.892 0,0.134 0.731-3,0.353-0.079-1,0.492-0.653 0,0.568-1.031 1,0.249-1.594 0,0.012-1.924 0,-0.159-2.066 1,-1.147 1.042 1,0.852-3.290 5,1.088-2.731 8,0.175 1.818-3,4.972-3.016-9,4.905-1.904 2,-1.712-1.383-2,2.415 1.593-2,5.814 3.276-1,5.386 2.728-1,5.274 2.541-1,4.777 2.219-4,5.895 1.803-1,3.467 0.025-2,3.284-1.273 0,9.112 0.593 3,12.376 1.577 10,3.572-0.757-13,0.015-1.043-1,-2.137-1.122 0,-19.281-4.282 8,-1.333 0.425 3,-1.005 0.763 2,7.613 3.794 7,-4.514 0.045-5,-5.092-0.388-4,-5.086-0.635 1,-13.577-5.460 0,8.346 3.594 5,0.252-0.362 2,-0.265-0.866 0,3.664 0.633 0,-0.231-0.718-1,-4.484-2.275-3,-0.892-1.131-8,-0.976-1.207 2,7.507 0.472 7,-3.902-2.072 1,-10.890-2.497-5,-2.324-0.817 1,-2.173-0.696 0,1.178-1.242 9,-2.211-1.881 3,-3.191-1.065-6,-1.534-0.981-2,-1.324-0.771-3,-1.101-0.583 1,-0.883-0.552-2,1.898-2.567-1,3.689-4.257-1,2.184-2.642-3,2.207-2.863 0,2.119-2.887-2,1.958-2.767 0,1.419-1.546 0,0.970-0.604-1,0.603 0.095 0,5.676-6.727-2,-1.532-0.236 1,-5.226 4.034 4,-1.517-0.579 5,-1.441-0.755 3,-0.604-2.569 2,-2.917 1.265-5,-2.997 1.824-3,-2.851 2.075 0,-4.119 6.905 0,-1.267-1.363 5,-0.794-8.523 3,-2.345 0.110-1,-2.125 1.072-3,-1.842 1.195 0,-1.535 1.199-1,-1.233 1.124 0,-2.688 1.357-1,-4.205-4.890 2,-2.153-0.839 0,-6.882-5.738-3,-3.283 2.744-1,-0.769 4.572-1,0.817 5.267-1,5.094 6.771 2,1.730 2.779 3,1.804 2.251 0,1.786 3.199 7,-1.681 1.523 6,-1.135 1.384-8,-0.692 1.217-6,-0.344 1.045-1,-9.297 0.633 0,-3.096 1.178-1,-1.077 0.789 0,0.235 0.485-1,9.231 0.030 0,0.942 0.076 1,0.963 0.032-1,-1.310 0.428 5,-0.189 0.599 1,-0.530 0.712-1,-2.265 1.087 1,-1.004 0.960-5,-0.991 0.910-1,-0.919 0.817 1,-0.813 0.707-2,-8.853 4.551-2,-9.286 5.607-3,-6.513 3.927 0,-4.259 2.562 2,9.884-3.398 0,-1.154 1.306 1,-0.910 1.261-1,-11.959 6.193 2,2.251-0.957 0,14.682-6.931 1,3.521-1.631 0,3.727-1.738 0,-3.442 1.711 7,7.759-3.689 11,7.408-3.540-3,6.603-3.168-1,5.575-2.684-3,4.490-2.166-5,1.350-0.608-2,12.345-5.938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08:2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5269.000 5699.833 767,'-6.733'0.000'0,"0.526"0.000"0,-3.635 0.000 0,-9.622 0.000-8,-3.764 0.000-2,-1.140 0.468 3,0.548 0.709 1,1.517 0.790 1,1.968 0.771 1,12.076-1.466 3,-15.426 3.374 0,-2.332 1.288 0,-0.800 0.943 0,-1.097 2.463 0,-2.885 3.808-1,-5.919 6.027-5,-1.251 3.867-1,-4.232 6.097 3,0.644 2.545-1,-2.589 5.354 1,-4.314 6.569 1,6.318-4.617 3,1.805-1.167-6,2.765-2.463 0,3.205-3.141 0,3.276-3.375 1,24.422-22.701 4,-27.188 24.945 2,-1.205 1.754 2,-6.866 7.078 4,3.316-2.753 2,4.508-3.059-1,4.825-2.971-5,5.523-2.698-8,5.454-2.292 26,7.595-7.745-12,2.359 0.047 1,2.074 0.515-2,1.032 6.776 0,2.424-1.026-8,1.724-1.651-1,1.146-1.891 1,0.698-1.874 0,0.334-7.746 1,1.253 5.860 0,1.113 5.779-1,2.156 15.548 8,0.458 6.882-5,1.383 11.395-18,0.677 3.787 0,2.530 12.150-2,2.003 5.721 4,1.018-1.641 8,0.332-5.937 0,-3.369-23.302 1,0.825-3.704-1,1.054-3.378 2,3.945 1.186 14,2.215-5.106 9,2.175-4.909-14,2.012-4.473 0,1.777-3.902-3,7.257-0.414-2,6.445-0.917-1,-4.494-4.851 1,3.005-0.107 0,2.744 0.118 1,26.419 7.030 1,12.511 0.065-9,8.177 0.713-5,4.833 1.042-2,1.400-0.769-1,-0.797-1.793 2,-17.256-5.875 10,-4.031-2.663-1,-4.259-2.736 7,-4.140-2.609 1,-3.792-2.356-3,-3.320-2.039-6,20.912-2.338-1,9.356-3.193-2,-7.060-2.373 36,-2.964-2.151 20,-2.253-2.072-69,-9.434-1.103 3,-9.965-0.604 2,-14.732 1.567 25,-5.317 0.576 5,-7.708 1.311 1,-3.545 0.669-1,-4.804 0.689 8,-1.344-0.139-5,2.942-1.416-1,-2.187-0.092-10,-2.012-0.004-6,-1.771 0.054 0,-1.501 0.091 0,5.193-3.261-1,-4.525 1.209 0,0.687-1.202 2,7.580-5.900 3,2.554-2.247-5,2.903-3.916-8,6.767-7.484 2,10.368-9.888 0,5.156-4.695-7,0.651-0.958 1,-2.128 1.383-1,-2.146 1.271 6,-1.965 1.091 1,-1.682 0.883 15,-1.361 0.681-4,-17.794 17.365-8,12.381-11.724-1,0.707-1.470 0,-2.430 1.429-1,-2.203 1.126 26,-2.824 1.725 3,-2.687 0.657-31,-4.040 1.702 2,-5.499 3.563 0,-2.982-0.186 14,-2.717-0.683 6,-0.824-11.769 5,-3.554-2.048-22,-3.746-0.860 0,-3.481-1.246 0,-3.082-0.948 2,-2.575-0.684-3,-2.041-0.464-4,1.780 17.226 3,-9.471-16.908-3,-4.725-2.846-1,-16.224-18.386 8,-12.041-8.850 15,20.223 31.586-22,-2.891-1.682-4,-42.449-43.749-10,-12.935-4.911-2,10.642 16.644 12,0.434 5.759 9,2.493 7.343-11,4.831 8.489-1,1.806 5.508 0,-15.301-1.253 21,-0.798 9.474 17,-1.085 8.734 6,-1.157 7.505-25,36.193 12.436-11,-22.875-0.306-3,-5.321 2.816-1,-4.453 2.386-1,-2.782 2.487 26,-1.465 2.441 7,-33.512 5.913-29,3.503 6.143-19,-10.271 10.279 16,-17.677 11.864 28,38.033-5.892-14,1.306 2.001-20,3.235 1.039 0,-24.901 10.088-4,9.539-1.218 1,10.291-2.215 17,9.926-2.652 18,43.542-15.155-9,-23.178 9.225-1,4.630-0.747 0,11.587-3.133-1,3.028 0.491 38,2.527 0.841 12,-13.355 9.524-55,9.653-2.392-3,9.177-2.490 2,8.071-2.325 0,7.663-1.085 21,6.734-0.238 15,6.295-1.053-21,3.664 0.899-5,2.662 1.125-2,1.823 1.179-8,1.154 1.118-3,2.833-4.717 0,1.376-1.299 1,-0.917 6.585-1,3.509-9.887 2,1.588-4.669 0,1.263-4.289 19,0.955-3.670-1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0:5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4608.000 3985.333 767,'-12.152'1.313'0,"3.034"0.320"0,-2.579 0.707-10,-4.843 1.300 5,1.099 0.511 1,1.331 0.216 0,0.060 0.607-1,0.376 0.527 2,-4.340 3.262 4,1.146 0.925-5,0.279 2.545 4,-0.269 3.300 2,-0.576 3.459 0,-0.710 3.249-6,-1.174 4.258-1,-1.348 4.487 1,-1.335 4.225-2,-1.206 3.693-3,5.010-8.248 2,-7.912 15.732-5,0.733 2.211 1,5.767-6.398 5,1.294 3.577 20,-2.067 12.554-15,2.089-0.906-7,2.893 2.889 3,3.120 4.924 0,2.977 0.994 13,2.628-1.471-15,2.182-3.807 1,1.718-4.879 1,2.493-5.008 10,2.709-2.156 2,2.665-1.263 7,-0.847-16.901-11,0.900 0.034-5,5.081 21.593-2,1.318 4.433 2,-0.234-0.512 13,-1.148-3.454-12,-2.942-17.001-5,0.215-2.526 1,0.477-2.363-1,3.840 7.581 14,0.416-3.947 5,-0.833-4.531-9,-1.513-4.478 1,-2.325-6.878 1,-1.067-3.826 0,-0.924-3.523 2,-0.764-3.079-1,-0.608-2.577-1,2.867-0.048-2,5.327 1.660 3,-2.466-0.030-6,2.606 2.876 0,-2.481-1.668-1,0.861 1.042-1,0.777 0.955-2,7.219 6.195-3,2.901 1.799 1,-1.376-2.519 1,2.020-0.152 0,1.958-0.431 1,1.792-0.589-1,1.564-0.653-2,1.315-0.658 0,-2.869-2.879 0,1.680-1.181 0,7.776-0.447-1,5.225-1.632-2,12.628-0.673 22,-0.702-1.985-4,-2.272-1.614-18,-3.020-1.249 1,-13.032-1.340 2,-3.152-1.071 12,-3.105-1.090 0,-0.585-1.945-1,-5.180-1.620 1,-1.873-3.207 1,-2.422-2.758 7,-1.184-2.559 1,-0.329-2.214-19,-4.741 3.733 1,-0.034-0.545 0,0.093-0.460 0,7.321-9.135-2,3.794-5.239 8,1.174-4.534-1,-0.511-3.702-10,-0.505-1.892 1,-0.456-0.629-1,-1.366-1.681 5,-1.793-2.168 2,-4.767 7.709 2,-1.911 2.624-1,-1.860 3.329-2,-1.709 3.583 1,-1.498 3.525 0,-1.261 3.257 1,-3.987 9.266 3,0.779-7.011 1,-0.493-2.134 0,0.632-18.509-1,-1.080-4.559-1,-0.809-10.663 0,-0.779-6.017-10,-0.545-1.334-2,-0.355 1.618 1,-0.209 1.382 2,-0.102 1.118-1,-1.007 3.666 14,-1.466 4.878 0,-0.446 7.701-5,-0.090 5.755 0,0.218 5.389 7,0.394 4.727 1,1.341 11.122-4,0.159 1.047-1,-0.645-4.821 2,0.108 2.565 2,0.005 2.210 7,-0.061 1.816-6,-0.096 1.428-10,-0.113 1.069 0,-0.114 0.764 0,-3.373-5.205-1,1.160 4.747 1,-0.245-0.014 2,-0.477-0.703 2,-0.332-0.733 1,-0.216-0.697-2,0.323 0.788-3,-1.314-1.261-1,-0.969-1.158 0,-0.674-1.029-1,-0.435-0.890 2,-0.392-1.086-1,-0.345-1.175 0,-1.800-2.666-1,-2.754-3.604-1,-1.975-2.279 2,-1.328-1.227 1,-0.802-0.421-6,-9.120-11.318-2,-1.821-1.928-1,0.505 2.053 4,0.980 3.151 4,1.508 3.970 0,1.702 4.129 0,1.675 3.873 1,5.194 5.640 1,1.341 1.767 0,-0.260 0.986 1,1.421 2.444 1,1.328 2.023 20,2.262 2.170-4,2.192 1.789-12,1.970 1.405-3,-2.559 0.652 0,2.307 2.600-2,1.555 1.122 1,-0.376-1.528-1,-4.036-0.291 0,2.302-0.256 0,-2.453-0.043 0,-3.396-0.030 0,-3.661-0.022-4,3.116 0.324 1,-1.847 0.543 0,-1.882 0.678-2,-6.245 1.334-1,-0.230 0.704 0,0.728 0.496 1,1.284 0.327 0,1.549 0.192 0,3.546-0.633 2,1.390-0.355 1,-1.727 0.123-1,1.740-0.743 1,5.724-1.195 14,1.430-0.353-2,1.441-0.321-6,-0.271-0.105-4,0.025-0.195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0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4714.000 4113.333 767,'-2.757'5.646'0,"-0.247"-0.062"0,-1.879 2.904 0,-1.438 2.674 0,-1.056 2.384-15,-0.734 2.064 11,-5.223 11.028-4,-2.045 4.538-1,3.576-6.815 3,0.684-0.815 1,1.066-1.526 1,1.276-1.938 1,1.217-2.329 0,0.363-0.665 0,-0.772 1.800 4,-0.063-0.070 10,-2.114 4.348-3,-0.275-0.048-3,3.246-6.749-6,0.624-0.428 0,0.755-0.398 0,-0.643 4.892 0,1.499-1.408 1,1.346-1.610 1,1.132-1.589 1,0.904-1.434 3,0.684-1.213-1,0.099-2.370-1,-0.317-1.140 0,-0.509-1.038-2,-0.594-0.894 0,0.551-1.348 0,-0.021 2.031-1,-0.402 5.370-1,0.173 2.135-1,0.230 1.448-1,0.254 0.897 0,-0.316-0.402 0,-0.930 2.328 0,-1.215 2.716-2,-2.738 11.144-3,-0.190-0.558 3,2.115-9.888 2,0.405-0.643 0,0.491-0.534 0,-0.325 5.535 3,0.923-2.924 8,0.836-3.287-7,1.116-8.758-1,0.274-1.045 0,0.076 4.229 6,0.378-0.181 5,1.268 0.035 0,1.709-2.376-11,0.811-2.793-1,0.305-2.501 0,-0.055-2.249 4,2.607 0.797-1,0.116-4.575 0,-0.253-4.996-1,0.470 1.548 0,1.330-2.500 0,-2.619-1.137-2,1.864-1.927-1,1.671-1.733 1,1.454-1.514-1,8.897-8.919-2,8.149-8.220-3,9.459-10.492-4,3.652-5.189-3,-11.055 11.352 4,-0.745 0.604 0,-1.199 1.220 0,1.971-2.115 4,-1.454 1.676 1,-1.378 1.639 2,-1.242 1.518 12,-0.436 0.718-4,0.137 0.135-4,3.403-3.217-1,0.677-0.417 3,-6.396 6.655 4,-0.995 1.109 0,4.842-5.696-5,-4.328 3.033-4,-3.607 3.036 0,-2.847 2.767 11,-5.924 6.543 3,-1.632 1.267-4,-1.546 1.086-4,-0.173-1.316 1,-1.248 0.759 1,-0.790 0.458-2,-0.441 0.233-3,0.202-0.685-2,0.601-1.220 1,-0.404 0.858-1,0.701-2.043 1,-0.049-0.606 0,0.634-2.717 0,4.808-15.637-6,0.977-3.910-1,0.556-2.972-1,0.252-2.141 0,0.000 1.404 1,-0.150 3.419 2,-1.165 4.287 3,-1.673 4.430 1,-2.101 5.361 3,-1.943 4.745 6,-1.791 4.290 4,-1.545 3.645-5,-1.262 2.937-4,-2.118-0.093-2,-4.230 4.513 0,-1.017 2.030 1,0.332-0.935-1,0.484-1.169 1,0.288-0.667 0,-0.758 0.770-1,-2.191 1.040 0,0.014 0.246 0,-1.548 0.089 0,-1.276 0.082-1,-3.672 0.050 1,-1.691 0.087-1,-3.409 0.063-3,-1.156 0.065-1,-0.220 0.044 2,0.367 0.030 1,0.687 0.018-1,0.821 0.009 1,9.080 0.546 0,-3.218 0.941-1,0.558 0.462 1,0.696 0.237 0,1.255 0.548 3,-0.985 1.294 4,-3.385 2.610 0,0.563 1.150-8,1.225 0.747 0,-4.004 3.350-1,-1.404 0.550 0,-0.104 0.156 3,0.689-0.093 0,4.183-2.421-1,0.764-0.058 0,0.715 0.001 2,0.638 0.045 1,-1.518 1.187-2,-0.639-0.015-1,3.350-2.295 0,0.836 0.042 0,0.590-0.394 2,0.391-0.687 1,-1.954 1.264 0,1.773-1.595 1,1.909-1.538 2,1.827-1.369-4,-1.292 1.477 1,3.879-0.846-1,5.772 1.048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0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1429.000 3836.333 767,'-4.429'4.430'0,"0.129"-0.130"0,-0.514 0.514 0,0.017-0.017 0,2.435 3.404-8,-0.932-1.935 8,-2.254-1.161 0,-2.074 0.768-1,-0.038 3.126-1,1.043 1.189 0,1.266-0.315 1,0.213 1.766 1,0.392 1.716-4,-0.598 2.599-1,-0.635 0.934 0,-0.901 0.500 2,-0.521 1.256 0,0.267 0.538 0,-1.614 5.011 0,-0.175 0.213 1,1.379-4.722 3,0.030-1.494 1,0.033-1.709-3,-0.640 0.878 1,1.144-1.814 0,1.540-2.394 3,1.717-2.705 2,1.630-2.573-1,1.960 1.492 1,6.352-5.424-4,-0.152-4.340-1,0.398-0.627 1,-0.038 0.063-1,-0.188 0.294 1,-0.186 0.294-1,2.794 0.181 1,-1.395 0.188-1,-0.409 0.017 1,1.344 0.312-1,1.904 0.485 1,1.711 0.560-1,1.465 0.568 0,1.196 0.529-3,0.118-0.027-1,1.146-0.065 0,1.109-0.196 0,-2.178-0.014 1,0.000 0.605 1,-0.205 0.298 2,-0.342 0.071 0,-0.589-0.100-1,-0.735-0.213 3,-0.806-0.285 0,-0.803-0.323 1,-0.762-0.334-2,-0.698-0.326 1,2.834-0.931-1,-0.737-1.906 2,-1.554-1.127-1,-0.274-1.004 0,-0.134-0.780-1,-0.035-0.575-1,-3.726 1.317-1,6.368-5.057-1,0.483-1.496 0,-0.878-0.947 2,-1.625-0.532 2,-0.948-0.279-4,-0.458-0.100-1,-1.098 0.061 5,-1.390 0.152 0,-2.602 3.444-2,-0.738 0.248 0,-0.685 0.221 1,-0.197-1.884 0,-0.880 0.922 0,-0.682 1.017 0,-0.499 0.991 0,-0.457-4.146-2,-0.545 2.454 0,-0.067 1.399 1,0.131 0.629-1,-0.467-0.444 0,-3.265-4.611 1,1.020 4.712 1,-0.739-0.572 0,-1.300-1.437 0,-0.413 0.048 0,-0.186 0.310-2,-0.024 0.466-1,0.087 0.541 0,-3.398-4.753 1,-0.853-0.895 1,0.089 0.349 0,-0.606-0.514 0,-0.282-0.076 0,-5.339-5.799-7,-1.209-0.727 0,0.997 1.781 5,1.789 2.638 1,2.285 3.126 1,2.388 3.152-1,2.247 2.894 1,1.967 2.491 1,-1.159 1.949-1,3.149 7.079 2,2.685 3.048 0,0.004-0.160 0,-0.606-0.811 0,-0.456-0.573-1,-0.203-0.243 1,-0.049-0.054 0,-1.892 0.422 0,-0.109-0.735 2,-1.514 2.734 1,-0.652 1.036 1,-0.283 0.249-9,0.029-0.350 0,0.219-0.690 1,0.317-0.835-1,0.935 1.554 2,-0.048 2.071-1,-0.142 1.522 3,0.612-0.052 1,0.421 0.678 0,0.534 0.475-6,0.919-4.181 1,-2.942 9.580-3,0.246-0.332 5,0.652-0.975 1,0.843-1.278 3,1.603-5.991-1,0.453-1.417-3,0.423-1.482 0,0.074 0.516 3,0.587-2.514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0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5290.000 4092.333 767,'0.000'7.233'0,"0.000"-0.107"0,0.000 1.084-7,0.000 0.414 5,0.000 2.063 0,0.000 1.970-2,0.000 9.123-1,0.000 3.553-1,0.000 2.741 0,0.000 2.005 0,0.980 0.447 2,1.485-0.535 0,0.968-1.233 2,0.686-0.692 0,0.426-0.635 4,0.230-0.545-2,0.092-0.444-4,-1.718-11.397 2,3.646 11.243-2,1.300 0.386-1,0.007-4.059 4,0.697-2.287 13,-0.527-3.922-1,0.427-1.438-12,4.041 3.278-3,0.316-2.099 12,-0.038-2.707-3,-0.246-2.833-3,0.629-2.656-2,1.100-2.313 3,-1.526-2.081 2,-0.780-1.267-5,-1.088-0.980-1,-1.205-0.723 1,-1.190-0.505-1,0.013-0.293 2,0.305-0.178 0,0.095-0.093 1,-1.192 0.047 2,0.198 0.005-1,2.431-0.072-4,0.249 0.060-3,-0.130 0.057 4,-1.311 0.079 1,-1.579 0.076-1,-1.617 0.065 0,1.839-0.014-1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1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1386.000 4199.333 767,'7.824'0.000'0,"-1.324"0.000"0,0.450 0.000 0,0.023 0.000 0,-0.085 0.000 0,4.142 0.000-13,-0.069 0.000 10,4.016 0.000 0,3.883 0.000-1,-0.379 0.000 0,1.615 0.000-1,1.209 0.000 0,5.876 0.000-1,-0.877 0.000 0,-0.567 0.000 3,-2.387 0.000 2,-2.507 0.000 1,-2.379 0.000 7,-3.957 0.000-3,-1.746 0.000-3,-1.528 0.000 0,1.165 0.000 1,0.130 0.000 10,-2.383 0.000-5,0.269 0.000-5,0.360 0.000-1,0.425 0.000-4,0.450 0.000 0,0.446 0.000 2,4.214 0.000-1,1.144 0.000 0,2.011 0.000 1,-0.638 0.000-1,-2.473 0.000 1,-0.750 0.000 0,-0.686 0.000 2,-0.595 0.000 2,-0.493 0.000-5,1.796 0.773 0,1.582 1.212 0,-3.274 0.005 1,-0.209 0.192 8,-0.464 0.035-1,3.404 0.430-10,0.414-0.275-1,4.293-0.188 5,3.443-0.450 1,-6.160-0.699-1,0.227-0.209-2,-0.051-0.188-1,3.307-0.107-1,-1.191-0.193 0,-1.483-0.148 3,-1.574-0.111 1,-1.521-0.076 1,-1.385-0.052-2,3.588-0.047 0,-3.346-0.001 1,-0.778-0.001 0,-1.046 0.007 17,-1.141 0.012-10,-3.166 0.024-10,-0.609 0.008 1,-0.502 0.008 4,2.095 0.001-1,-0.950 0.011 1,-0.898 0.011 1,-0.784 0.006-2,-0.950 0.007-1,-0.480 0.002 1,5.035 0.005 0,-2.054 0.001 0,1.362 0.000 1,0.139 0.000-2,-1.426-0.003 1,-1.426-0.001-3,-0.522 0.000 1,3.887-0.874 1,-2.100-1.344 2,2.468-1.529-2,2.336-1.521-4,1.239-0.218 0,1.692 0.103 0,2.428 0.021-1,-0.303 0.816 0,-3.998 1.428 5,-0.622 0.591 1,-0.387 0.500-1,-1.037 0.523 2,-1.058 0.444 1,-0.107 0.319-1,-2.180 0.361 0,-2.139 0.252-1,1.751 0.302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1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2602.000 4028.333 767,'6.100'6.100'0,"-0.793"-0.793"0,0.895 0.896 0,0.444 0.442 0,0.154 0.156 0,-0.983 5.592 0,-1.737-2.314-17,2.398 2.643 17,0.499 0.272 1,-0.072-0.102-5,-0.606-0.682 2,-0.888-0.991 0,-0.874-2.520 0,3.769 5.541 1,2.426 2.959 5,1.443 1.190-1,0.724 0.016-8,-2.823-3.812 0,-0.923-0.558 1,-0.158 0.848 0,-1.915-2.056 5,-1.883-2.203 0,-1.706-2.116 4,-1.460-1.889-3,-1.262 2.151 0,-4.289-2.398-1,-1.826-3.064 0,-1.772 0.624 1,0.914-0.714-1,-1.992 1.130 0,-1.425 0.933 0,-0.953 0.732 1,-0.584 0.545-1,-0.309 0.383-4,-0.115 0.252-1,-6.952 5.544-1,3.267-2.430 1,-2.126 1.570 3,0.250 0.247 2,5.219-3.799 0,0.602-0.743-2,0.617-0.887-1,-1.890 0.551 3,2.089-1.645 0,2.167-1.482 2,2.034-1.257-1,-1.269 0.053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2645.000 3921.333 767,'-5.421'5.680'0,"0.801"-0.214"0,0.499 2.999 0,0.952 2.461-10,1.325-3.439 9,-0.344 0.172 0,-0.483-0.069-1,-0.531-0.212 1,-0.228 1.421 0,0.259 1.732 0,1.098-2.469 1,0.262 0.252-1,0.273 0.134 0,-0.072 3.531 1,0.447 0.086-1,0.374 0.894 1,0.297 1.301 0,0.223 0.450 1,0.158-0.103-3,0.094-2.660 1,0.053-0.884-1,0.033-0.970 2,0.016-0.958 1,0.094-0.440-1,0.114-1.689 1,0.654 2.295 0,2.056-3.480 1,3.490-7.570 1,-0.002 0.980 0,-0.068 0.805 0,0.143-0.007-2,0.972-1.891 0,-4.383-7.758-2,-1.214 3.739 0,0.584-0.744 0,0.735-1.986 0,-0.016-0.758-1,0.277-0.839 0,0.446-0.827-1,0.522-0.762 3,0.530-0.660 0,0.498-0.550-4,0.441-0.436 1,1.425-0.874 0,1.952-1.087-2,0.149 1.270 2,0.791 0.032 1,0.549 0.208 3,0.351 0.313 1,2.823-2.427-1,-0.062 0.847 0,-2.763 3.377 0,-0.197 0.496-1,-1.511 2.052 1,-0.324 1.002 0,-0.331 1.102-1,0.459 0.139 2,-1.153 0.969-1,-1.278 0.749 1,-1.280 0.556-1,-1.203 0.392 3,1.690-3.789-2,-3.582 0.842 1,-4.511 0.946-2,1.396 0.011 1,-1.835 0.042 1,-5.619 5.399-1,-3.423-1.703-1,5.036 0.578-2,-0.785-0.210-1,-1.245-0.239-1,-0.356 0.099 2,-0.140 0.198 0,-3.698-0.169-2,-1.548 0.455 2,-0.599 0.441 0,0.025 0.394-1,0.359 0.330 1,0.526 0.262-1,2.849 0.413 3,1.563 0.446 0,1.680 0.469-1,1.639 0.453 1,-1.925 2.511 2,3.339 2.220-1,-0.888 2.487 1,-1.015-1.527-2,0.375-1.028-1,-1.238 2.176 0,-0.073 1.522-2,0.638 0.990 0,1.637-1.540 0,0.252 0.369 1,0.163 0.322 0,0.093 0.271 1,0.916-2.500 0,-0.360-0.466-2,-2.080 2.602 1,0.323-0.241-1,0.788-1.077 3,0.768-1.110 1,0.812-1.231 3,-1.415 2.509-5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1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5482.000 3665.333 767,'0.000'8.010'0,"0.000"-1.821"0,0.000 1.649 0,-0.936 4.740 0,-1.417 5.300 0,-1.113 3.501-21,-0.833 2.104 16,-0.587 1.072 0,-0.387 0.352 0,0.055 0.181 0,-2.247 11.819-2,-3.170 16.879-4,-1.532 8.901-2,-0.937 6.752-2,-0.478 4.895 0,0.386-2.126 0,-1.686 7.987 1,-7.461 40.360-1,-0.079 2.155 6,6.471-35.545-4,0.329-2.571 1,0.295-2.802-1,-3.021 16.691 9,2.447-10.713 4,2.798-11.654 6,2.793-11.314-1,2.569-10.201 0,3.538-20.023 6,0.905-0.184-1,0.569 3.786 1,0.869-1.925 3,0.706-2.404 1,0.621 9.292 5,0.684-3.046-2,0.171-13.469-10,0.134-2.729-4,0.075-2.739 0,0.222 1.683 0,-0.032-5.082 0,-0.078-4.610 3,-0.103-3.938 1,-0.108-3.199-5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1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5674.000 3793.333 767,'7.491'0.000'0,"-1.207"0.000"0,2.233 0.000-7,-0.643 0.346 7,-1.641 0.575-1,2.522 0.712 0,11.600 2.361-5,8.912 1.635-1,-4.158-0.602 0,3.897 1.102 0,3.762 1.172-1,11.538 3.107-2,0.448 0.569 0,-1.436 0.072 1,-2.540-0.254 1,-3.056-0.440 0,-3.163-0.529 4,-27.141-7.650 3,10.224 3.180-1,50.318 16.334-5,8.539 3.206 6,-20.406-5.933 2,-0.981 0.722-1,-1.961 0.591 0,9.156 6.014-15,-9.032-1.144 1,-9.876-1.786 9,-9.623-2.047 10,-8.705-2.048-1,-7.440-1.888 3,-6.058-1.637-4,-4.714-1.351 1,-3.496-1.065-1,-2.460-0.801-1,-1.612-0.572 1,-0.864 2.307 0,-0.453 4.633 1,-1.309 12.348 10,-1.307 12.088 9,-0.375 8.207-6,0.220 5.132-31,1.605-15.479 5,0.361-0.955-1,0.391-1.569 1,-0.171 15.578 4,0.681 2.458 1,0.658-6.528 14,0.403-2.996-10,0.321-3.817-2,0.246-4.059 0,0.180-3.915 0,0.093-21.047 2,0.052 25.496 1,0.057 10.379-1,0.035 6.557 25,0.016 3.581-22,0.035 19.269-24,-0.013 4.061-1,-0.020-0.236 6,-0.025-2.809 15,-0.042-25.685-4,-0.012-4.213 1,-0.011-4.385 0,-0.984 11.134 12,-1.500-5.108 1,-0.082-13.732 8,-0.164-5.598-4,0.056-5.543-7,0.203-5.159-2,0.287-4.581 0,0.045 0.408 12,0.468-2.537 5,0.610-4.339-4,0.240-0.536-12,0.206-0.172-8,-0.459 0.902 1,-0.862 0.901 1,-0.490-0.804 1,-0.716 0.537-1,-0.694 0.487 0,-1.093 1.940 0,-0.668 0.986-1,-0.559 0.999 0,-1.440 3.004-1,0.165-1.342 0,0.448-2.031 1,0.588-2.304 0,0.631-2.296 1,0.610-2.115 0,0.549-1.834 3,-0.243-0.362-1,-0.566-0.482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1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4821.000 5948.333 767,'12.005'0.000'0,"1.095"0.000"-7,6.665 0.000 1,6.412 0.000-1,5.708 0.000-2,3.766 0.000-2,6.785 0.000-1,-2.667 0.000 1,7.314 0.000 0,34.709 0.000 4,14.418 0.000-5,-20.135 0.000-2,6.794 0.000-1,6.963 0.000-2,46.462 0.000-8,6.977 0.000 1,-19.048 0.000 5,-11.960 0.000 2,-14.878 0.000 9,-15.649 0.000 8,-14.992 0.000-1,-13.465 0.000 1,-12.542 0.000 23,-11.026 0.000-4,-9.245 0.000-6,-7.424 0.000-13,-5.711 0.000 0,-15.305 0.000 0,1.633 0.000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1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5952.000 3111.333 767,'0.773'11.730'0,"1.211"2.017"0,0.209 2.867-13,0.203 5.062 7,0.008 5.031-1,0.199 7.536-3,-0.300 0.457 2,-0.362-1.478 0,-0.375-2.606 1,-0.354-3.136 0,-0.317-3.246 2,-0.177-9.388 4,0.403 1.544 1,0.880 7.336 0,0.267 0.711 2,0.840 6.414 2,-0.162-3.174-1,-0.339-4.210 0,-0.420-4.515 0,-0.440-4.343-2,-0.413-3.884 1,-0.367-3.285-1,0.113 0.107-1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1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5888.000 3431.333 767,'3.511'5.816'0,"2.696"4.464"0,-2.083-3.450 0,0.541 0.896 0,0.430 0.714 0,0.328 0.542 0,0.239 0.395 0,0.161 0.268 0,-0.798-2.070 0,0.743-0.014 0,0.916-0.020 0,4.125 3.999-35,0.995 1.549 38,-1.724-1.765 0,0.035 0.080 0,-0.084-0.120-5,-0.158-0.248 1,-0.197-0.317-1,1.556 1.474 0,1.214 1.033 0,0.400 0.247 0,-1.127-1.295 2,-1.644-1.787 1,-1.836-1.949-1,-1.807-1.895 1,-1.644-1.708-1,0.814 0.750 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2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3029.000 3196.333 767,'-4.251'16.466'0,"0.516"-0.559"0,-1.373 6.344 0,-0.834 3.791-24,-0.633 2.733 16,0.444-0.458 0,0.246 1.423-1,-0.164 8.952-1,0.748 6.956 2,0.049 17.869 6,1.209 3.774-4,1.196-3.250-7,0.836-1.094 1,0.684-1.955 5,0.533-2.336 4,0.397-2.391-3,0.257-11.525 0,0.183 17.606-2,0.139-2.203 1,0.012-11.595 18,0.018 0.474 15,-0.023-6.491-11,-0.009-1.733-19,0.023 7.623 3,-0.031-2.859 0,-0.020-0.782 1,-0.038-6.277 13,-0.031-5.308-8,-0.028-4.247-3,-0.488-1.336 19,-0.725 0.543-13,-0.803 1.627-7,-0.776 2.139-7,0.626-6.511 2,-0.332 6.999-2,0.170 2.022 0,0.259 1.402 1,0.351-0.644 13,0.289 0.240-4,0.371-3.970-11,0.203 0.002 0,0.183 0.530 0,0.158 0.879 13,0.135 1.088-1,0.093 9.557-3,0.128-0.166-5,0.087-1.832-3,0.056-0.413 0,0.033-0.404 6,0.017-0.368 6,0.005-0.320-12,-0.003-0.267-1,-0.012-3.163 0,-0.009-2.618 1,-0.013-2.996 1,-0.035-17.932 2,0.025 21.107-3,-0.014-3.092 32,-0.011-3.699 6,-0.009-3.736-23,-0.008-8.071-4,-0.002-1.219-7,-0.002-0.867 7,-0.003 1.667 2,-0.001-1.943-6,-0.000-1.956 0,-0.002-1.822-1,0.001-1.600 1,-0.000-1.341 1,0.001-0.144 0,0.000 2.523 0,-0.345 2.056-3,-0.575 1.624 0,-0.712 1.243 0,-0.430 0.911 0,-0.208 0.633 0,-0.042 0.405-1,0.351-1.933 0,0.116-0.094-1,-0.677 6.811 0,0.455-2.053 3,0.459-2.501-1,0.420-2.549 4,0.359-2.349 1,0.293-2.020-5,0.223-1.641 0,0.164-1.267 1,0.144 3.626-1,0.079-2.197 0,0.018 4.922 2,-0.023-1.739-1,-0.002 1.351 2,-0.005 1.070-1,0.006 5.864 0,-0.011 2.605 1,-0.008 4.125-6,-0.013 0.762 1,-0.010-1.576 0,-0.008-2.072 0,-0.007-2.491 2,-0.004-2.533 1,-0.003-2.341 0,0.581-6.599 0,2.126 7.149 1,0.988-1.409 2,0.495-2.129 1,0.152-2.380-1,-0.071-2.328 0,-0.200-2.095 0,3.274 0.742-3,-1.029-4.371-1,1.830-2.595 0,-0.752-0.907 0,-0.176 0.477 0,0.040 0.565 0,0.068 0.311 0,0.250 0.092 0,1.532-0.003 2,4.394-0.811 1,6.251-1.270 1,5.696-1.279 1,4.925-1.191-11,4.065-1.046-2,3.218-0.877 0,2.438-0.705 0,-6.412 0.963 0,2.053-0.560 1,0.784-0.080-1,-0.157 0.265 0,-0.822 0.499 0,9.058-2.002 17,-6.554-0.048-2,-7.400 0.571-2,-7.145 0.867-3,-6.405 0.979-1,-5.392 0.960 26,-4.299 0.864-21,-1.448-1.846-4,-9.191-1.282 1,-1.591 1.509-1,3.065-0.301 0,1.607-0.338 1,0.318-0.113-1,-0.071-0.006 0,-0.073 0.012 1,-0.025 0.006-1,-0.001-1.152 1,0.003-0.988 0,0.001-4.585 1,-0.001-4.466 1,0.001-1.206 0,0.000-8.723-6,0.000-10.277-6,0.540-23.327-8,0.845-9.668-2,0.981-6.240-2,0.129 4.596 2,0.099-2.224-1,-0.088-11.046 4,-0.208-16.350-3,-0.475 5.034 24,-0.243-2.267-4,-0.247 0.700-21,1.919-39.540-8,2.440-1.632 0,0.965 6.685 19,-0.010 11.114 15,-1.780 35.176-6,-0.526 9.647 0,-0.600 9.330 1,-0.251-0.961 26,-0.786 7.019 2,-0.702 4.948 2,-0.596 3.260-27,-0.485 1.938-8,-0.399 4.744 1,-0.239-1.958 0,-0.804-0.330 0,-1.139 0.791 2,-0.345 7.045 11,-0.284 2.136 0,-0.093 2.355-1,-0.807-13.016 0,0.337-0.831-3,0.456 1.147 0,0.491 2.240-8,0.464-3.002 0,0.410-5.900 4,0.375 4.710 2,0.226 1.968-12,0.179 3.329 1,0.131 3.955 0,0.102-1.183 0,0.069 1.893 8,0.027 3.811 1,0.014-1.142 8,-0.027 11.489-1,-0.001-0.261-1,-0.614-8.438-11,-1.020-0.168 0,-1.249-4.280 0,-0.404 5.258 4,-0.047 6.228-1,0.178 6.285-2,0.298 5.781 0,0.347 4.975 0,0.346 4.056 2,-1.196 0.848 2,-1.885 10.151 2,1.111 1.300-2,-1.862-2.730 2,3.737 4.446 12,-0.590-0.704-6,-1.464 1.413 3,-1.442 1.170-16,0.355-1.222 0,-1.606 1.388 0,-1.823 1.604 0,-5.939 6.904-3,-1.271 2.346 0,-0.073 0.320-1,-0.171 0.097 0,0.081-0.407 3,2.863-3.659 2,0.367-0.719-1,-0.951 0.729 1,0.557-0.955 0,-0.247-0.100 6,-0.743 0.455 2,-2.604 1.450-4,-1.074-0.546-5,-0.963-0.805 0,-0.810-0.887 0,5.726-4.801 2,0.574-1.116-1,0.712-1.180 1,-2.736 0.450 0,2.503-1.931 0,2.585-1.619 2,2.401-1.286 1,2.081-0.971 0,-1.178-0.181-3,0.892-0.486 0,0.046 2.397 0,0.575-0.528 0,0.040-0.053 0,0.034-0.013 0,0.001 0.002 0,1.039 3.588 1,0.008 0.699 2,-1.562 1.835 1,-3.260 2.183 1,-3.994 2.200-5,-2.168 2.059-5,-0.870 1.788 1,4.604-4.916 0,0.335-0.747 1,0.444-1.073 0,-1.831 0.975 1,1.882-2.223 1,2.038-2.119 0,1.976-1.886 6,1.780-1.591-3,-0.802 0.032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2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3925.000 2961.333 767,'0.000'7.762'0,"0.000"4.562"0,0.000-1.500-9,0.000 3.429 6,0.000 3.185-1,0.000 2.752-1,0.000-1.572 0,0.000 9.378-2,0.000 6.026-1,0.000 5.475 3,0.000 2.806 2,0.000 3.518-6,0.000 5.998-4,0.000 7.314-2,0.000-3.768 8,0.000 1.066 6,0.000-0.219-5,0.000 4.729-4,0.000-3.936 0,0.000-3.487 1,0.000-6.231 9,0.000-6.251 0,0.000-5.864 10,0.000-5.230 15,0.000-4.474-21,0.000-10.441-3,0.000 7.259 2,0.000-4.769-2,0.000-4.419 18,0.000-3.822 8,0.000-3.134-12,0.000 0.061-15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2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3776.000 2556.333 767,'8.538'2.802'0,"-2.024"-0.665"0,1.671 0.549 0,4.269 3.009 0,5.165 4.132 0,9.166 6.386-25,10.769 7.180 16,-7.236-4.183 1,2.046 1.664-1,1.267 1.206 0,22.726 12.682-7,12.492 4.306 0,12.816 3.864 7,11.870 3.253-14,0.749-2.150 0,-6.031-5.222 1,-14.295-7.590 4,-12.592-6.121 3,-12.831-5.731 4,-11.931-5.020 2,-10.397-4.169 61,-8.596-3.301 3,-6.775-2.491-44,-5.091-1.786-5,-13.906 0.253 1,-0.959 1.294 2,-0.627 2.595 18,2.944-2.246-8,-5.534 2.596 4,-3.990 1.185-27,-3.804 0.913-1,-3.357 0.668 0,1.404-1.031 1,0.373-0.480-1,1.052-0.663 2,1.409-0.733 0,1.534-0.724 0,1.500-0.665 2,8.814-2.719 0,-10.520 4.838-1,-1.704 1.054 1,-0.619 0.339 0,-1.513 0.851 1,1.904-0.378 0,-0.668 1.059 1,-4.907 3.558-1,1.006 0.333-3,1.656-0.168 5,2.789-1.216-2,0.675-0.040-3,0.386 0.015-1,-3.682 2.327 6,1.562-1.742 0,0.981-0.709-1,3.649-1.921-1,3.666-1.654 2,3.350-1.345 5,3.110-1.860 5,2.065-1.325-10,0.265 1.389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2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4970.000 3111.333 767,'0.000'6.147'0,"0.000"0.510"0,0.000 2.157-6,0.000-2.283 4,0.000 3.418 0,0.000 3.038-1,0.000 5.347-1,0.000 3.661-1,0.000-5.535 2,0.000-0.116 0,0.000-0.523 0,0.000 5.734-1,0.000-0.124 0,0.000-1.581 6,0.000-1.711 0,0.000-1.884-1,0.000-1.825 0,0.000-1.633-1,0.252-3.024 0,0.400-1.769 0,0.468-1.702 0,2.535 1.878 6,2.671-5.301 0,2.959-6.742 3,0.495-3.174-9,-1.618-1.064 0,0.935-2.818-2,0.221-1.687-2,-0.227-0.854 1,-0.481-0.273 0,-0.589 0.099 1,3.711-6.401-1,-2.115 2.245 0,0.807-3.293 7,-1.022 0.030-2,-2.057 2.668-8,-1.311 1.028 1,-0.912 0.859 0,-1.240 2.962 10,-1.013 3.063-2,-0.788 2.859 0,0.517-0.600 2,2.060 12.529-2,-1.466 1.455 0,1.319-0.285 0,-0.405 0.868 0,-0.949-0.551-3,1.292 2.880-1,0.390 1.380 1,0.048 0.840 0,0.465 0.757-2,0.739 0.668-2,0.898 0.568 0,3.207 5.388 0,-0.554-0.359 1,-1.587-2.888 1,-1.013-2.132 1,-1.028-2.336-1,-0.956-2.287 4,-0.840-2.080 0,2.256 1.147 3,0.277-4.360-2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2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5546.000 3004.333 767,'0.000'7.083'0,"0.000"0.877"0,0.000-1.640 0,0.000-0.035 0,0.000-0.077 0,0.000 2.616-10,0.000 1.603 9,0.000-3.043 3,0.459 1.187-3,0.737 0.921-1,0.870 0.689 0,0.906 0.488-1,0.871 0.323 0,0.791 0.194 0,2.176 2.480 0,2.263 2.426 0,-0.986-2.984 0,0.539-0.450 1,0.308-0.917 1,0.810-0.711 0,1.132-0.532 0,0.787-0.873 0,0.507-1.076 5,4.293 0.312-2,1.170-1.821-3,-3.218-2.486 1,0.200-0.981 2,0.114-0.868-1,2.731-1.116-3,0.595-1.652 1,0.607-1.638 0,0.576-1.525 0,0.521-1.354-2,-0.175-1.155 0,-1.113-0.804 0,-1.475-0.562 0,-3.429 0.579 0,-0.835-0.497 1,4.388-6.507 9,0.112-4.967 5,-1.970-0.982-8,-0.571-1.818-9,-2.272 1.171 1,-0.128-2.008-1,0.007-2.129 2,1.486-6.736 3,-1.706-0.412-5,-2.030 0.537 0,-2.070 1.092 0,-1.930 1.349 1,-1.541-1.949 1,-1.543-1.266 1,-1.441 9.221 1,-0.523 0.984 3,-0.410-3.340 32,-0.509 5.188-36,-0.320 5.601 2,-0.176 5.390-1,-1.420 14.500 1,1.512 1.842 1,0.071 1.217-1,0.065 0.767 1,0.055 0.423 0,0.046 0.176-1,0.034 0.009 1,0.027-0.094 0,0.018-0.149-1,0.011-0.172 1,0.007-0.171-1,0.004-0.156 1,0.000-0.133 0,0.000-0.110-1,-0.002 6.962 1,-0.001 10.149-2,-0.004 4.317-4,-0.002 3.543-1,-0.001 1.871-1,-0.002 0.679 1,-0.002-0.123-1,0.000-7.242 1,0.000 2.508 0,-0.001 14.400-4,0.000-0.819 7,0.980-1.705 7,1.484-2.089 1,-0.313-13.362-2,0.153-2.062 0,0.001-2.035 0,0.524 3.050 0,-0.343-4.976 0,-0.414-4.907 2,-0.425-4.471-1,-0.398-3.837-2,-0.349-3.134-1,0.297-0.102-1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2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7317.000 3601.333 767,'-6.499'0.000'0,"0.043"3.191"0,4.655 5.159-9,0.060 6.972 6,0.296 5.099-2,-0.768 7.020-1,-1.159 3.415-2,-0.400 2.163 1,0.094 1.216-1,0.386 2.451 3,0.525 2.980 2,0.565 0.134 2,0.537-1.592-2,0.579-8.102-1,0.304-3.537 2,0.253-3.729 0,0.200-3.605 6,0.162-5.131-1,0.085-1.660 2,0.729-0.685 4,1.116-2.214-1,1.518-0.966 1,0.544-2.628 3,4.002 0.092-10,-0.940-4.774-1,1.099-2.769-1,-1.946-0.365 0,5.334-7.815-2,-1.532 0.532 0,4.347-4.396-1,2.514-2.645-1,1.845-2.401 0,0.094-0.926-4,-0.662-0.280 1,-0.871 0.431 2,0.078-0.313 1,-2.334 1.611 2,-0.655-0.893 2,-0.790-1.078 1,0.609-3.324 1,-1.980 1.285-1,-2.085 2.045-3,-2.024 2.418 0,-1.852 2.511 1,-1.619 2.412-1,-1.598 4.947 1,1.842-4.386 10,0.318-0.647 6,0.336-0.978-3,0.791-3.067-9,-0.649 0.192-7,-0.880 0.664-1,-0.944 0.887 2,-1.052 1.995 4,-0.982 2.262 2,-0.876 2.320-1,-0.735 2.153-1,-1.584-1.098 1,-4.692 4.591-1,-0.731 4.581 0,0.410-0.537 0,0.289-0.873-1,0.078-0.332 1,-1.438-0.024 0,-7.084 0.023 5,3.206 0.012-5,-2.574 0.002-4,0.027 0.001 0,0.022 0.002 0,0.556 0.000 0,0.844 0.001 1,0.963 0.000 0,0.958 0.000 0,-0.200 0.000 1,-2.860 0.001 0,-3.907 0.494 2,-4.471 0.824 4,-16.139 2.421-10,-5.104 1.767-8,3.011-0.025 4,0.794-0.098 1,1.918-0.256 1,5.373-0.726 2,5.952-0.809 1,5.835-0.792 6,5.291-0.721 2,4.526-0.616-2,3.684-0.503 0,0.823-0.109-2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2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7893.000 3644.333 767,'-6.815'0.460'0,"0.103"2.802"0,-0.962 3.553-8,3.678-2.181 6,-1.583 5.352-1,2.214 0.373 1,0.560 1.535-1,0.921-1.306 2,0.347 1.271 0,0.318 1.351 0,0.080 7.468-1,0.427 1.545-2,0.321 0.871 0,0.229 0.382 0,0.152-0.924 3,0.093-1.633 0,0.021-4.618 1,0.016-1.018 0,0.003-0.836 2,-0.005-0.661 3,-0.011-0.504-6,0.981 1.914 0,1.464-0.788-1,1.591 0.111 1,1.528 0.646 7,-0.996-4.645-2,0.502-0.858-2,0.443-1.066-3,3.184 2.002 0,0.844-0.702-1,1.523-0.369 6,1.795-0.137-3,-1.120-1.895-1,0.125-0.968-1,-0.145-1.074-1,-0.316-1.075 1,-0.402-1.000 0,-1.523-1.048 0,-0.448-0.624 0,-0.425-0.525 1,0.155-0.413-1,0.006-0.356 3,1.656-0.305 4,-0.663-0.249-2,-0.810-0.138-3,-0.830-0.058-1,-1.378 0.017 0,-0.832 0.023 0,3.844-0.181 0,-2.146 0.175 1,-1.174-0.646 1,0.435-4.612-1,-3.059 0.629-2,1.212-2.105 1,0.974-1.282-1,-1.267 0.563 1,-0.248-1.576-1,-0.425-1.749 0,1.413-6.681-2,1.177-4.725-1,1.483-4.586-1,1.553-4.123-3,-0.310 0.682 0,-0.599 0.960 1,-1.037 2.018 0,-1.241 2.546 1,-1.696 4.653 2,-0.995 2.013 2,-1.037 5.178 8,0.149 0.923-1,0.868-2.250 4,-0.230 1.078 7,0.256-1.185-7,-0.686 1.891-8,-0.701 1.783 1,-0.650 1.559-1,-0.809 3.158-1,0.325-5.175 1,-0.968 5.217 0,-0.109-4.932 4,-0.416 1.545-2,-0.387 1.201-4,-1.386 0.747 1,-1.686 0.381 0,-1.596 0.006 0,-1.442-0.289-1,-0.986-0.281 1,-1.866 0.123-1,3.464 3.855 1,-0.878 0.037-1,-0.828 0.041 0,-0.740 0.040-1,-0.310 0.377 1,-0.547 0.361-1,-3.660-0.026 0,-1.683 0.642 1,0.758 0.704 5,-0.155 0.433-4,1.532 0.413-1,0.207 0.246-1,-1.060 0.186 1,0.403 0.180 2,-0.808 0.138 0,0.539 0.096 0,2.508 0.030 0,1.162 0.018-1,1.211 0.003 0,1.158-0.006 1,1.042-0.013-1,-3.603 0.060 1,-4.176-0.057 0,7.581-0.085-1,-0.439-0.007 1,-0.324-0.006-1,-3.397 0.931 1,-0.448 1.412-1,-1.210 1.577-1,-1.566 1.539 0,0.285 0.700 0,0.445 0.563-1,0.838 0.300 0,1.014 0.113 0,1.039-0.013 0,0.967-0.090 0,0.845-0.130 1,-2.503 0.727-1,2.186-2.333 0,1.142-1.111 4,1.363-1.049 4,-2.098 0.568 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3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7445.000 3431.333 767,'3.289'-11.430'0,"1.626"3.285"-8,3.025-2.693 5,-1.244 2.277 1,0.672-0.411-1,0.460-0.199 0,3.838-3.825-1,0.485-0.012 0,1.082 0.172 2,1.346 0.269 2,-0.660 1.737 0,-0.681 1.607 0,-1.052 1.747-1,-1.197 1.694 0,-2.773 1.318 1,-1.303-0.027 1,-0.666 0.250 1,-0.198 0.421 6,3.446-1.622-5,2.284 0.797 2,4.818 0.101-8,5.106 0.351-1,4.978 0.495-4,4.583 0.564 0,-0.217-0.166 0,4.302-1.257-1,4.413-1.687-2,12.589-2.624-3,1.660-0.253 3,-0.180 0.463 4,-1.368 0.897 1,-2.047 1.120-1,-2.350 1.186 0,-7.925 1.728 2,2.041 0.736-1,3.141 0.665 0,1.609 0.583-1,0.442 0.497 12,-0.410 0.908 0,-0.997 1.156-1,2.763 1.724 1,-4.269 1.569-1,-8.655 0.533 7,-3.672 0.833-3,-3.470 0.679-4,5.440 4.547 7,-4.330 2.268 4,-6.349-0.618-7,-1.813 0.706-3,-1.201 0.444-1,-0.717 0.243-1,-0.356 0.094-6,-0.095 0.436 0,-1.223-0.332 0,0.186-0.105 0,-1.662-2.139 0,-2.511-2.354 12,-2.734-2.233 3,-2.656-1.980-3,-2.374-1.655-7,0.704-0.123 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3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8640.000 3004.333 767,'0.000'9.510'0,"0.000"-1.673"0,0.936 2.969-8,1.416 2.746 4,0.647 2.323-1,0.123 1.858 1,-0.629-4.072 2,0.371 0.906 0,0.458 0.962-1,2.548 7.653 1,1.243 0.955-2,-0.558-4.253 1,0.519-0.644 0,0.431-0.832 2,0.344-0.907 1,0.263-0.898-1,-4.647-9.187 1,5.420 13.180-3,0.297 1.345 1,0.289 0.056 4,0.259-0.775 6,0.301-0.229-6,-1.441-3.418-7,-1.722-3.644 3,-1.735-3.451 3,-1.587-3.021 1,-0.250 0.531 1,-9.900-9.093 2,0.432-0.508-1,-2.567 1.585 0,1.895 0.041-4,-0.891-1.144 0,-13.068-3.789-1,-10.048-3.170-1,-1.836-0.742-4,-3.558-1.084-1,-2.177-0.632-3,-16.766-3.868-5,0.642 1.336-1,2.397 1.037 5,3.243 0.765 5,5.380 1.465 9,6.193 1.760 5,7.777 1.917-2,6.568 1.546-1,5.974 1.336 2,5.104 1.095 6,4.142 0.856-7,0.993 0.419-6,13.127 2.826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3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6826.000 721.333 767,'-7.992'0.000'0,"-1.328"0.000"0,-2.285 0.000 0,5.283 0.000 0,-0.203 0.000 0,-0.122 0.000 0,-0.065 0.000 0,-0.023 0.000 0,-0.986 0.615 0,-1.902 0.941-5,-2.153 1.063-15,1.073-0.409 20,-2.510 0.071 0,-2.844-0.058 0,-10.709 1.101-3,-7.028 0.879-3,1.963-0.185-1,-5.426 0.773 0,-10.671 1.699-3,-1.482 0.642 0,0.595 0.429 1,1.931 0.259 1,2.697 0.130 1,3.033 0.036 0,-11.532 0.774-2,1.641-0.954 2,5.430-1.127 2,7.267-1.138 18,7.756-1.042-2,7.379-0.897-3,6.511-0.727-2,5.415-0.563-2,4.278-0.414-4,1.708 1.142 0,9.311 2.958-1,-1.205 2.545 21,-1.739-0.521 5,-0.172 3.247-1,0.277 3.252-28,0.557 3.044-1,0.709 2.712 0,1.309 2.833-1,1.222-0.006 1,-0.208-4.203 1,0.852 0.913 0,1.852 1.721 0,2.474 2.212 9,4.420 6.560-6,1.188 0.283-2,0.291-0.739-2,-0.312-1.355-1,-0.690-1.666 1,-0.423-0.986 0,-1.187-2.194 1,-1.195-2.091 1,0.143-0.447 0,-0.791-2.519 15,-2.797-4.634 0,-1.264-1.632-3,-1.309-1.404-2,-0.782-0.409-2,-1.610-2.265 0,-1.368-2.098-2,-0.797 1.045-1,-8.220-5.722 2,0.703-3.212-1,-1.351 1.597 2,-2.842 0.171-4,-4.935-0.015-1,4.788-0.009-3,-0.323-0.002 1,1.338-0.002-1,0.624 0.000 1,0.767-0.001 1,0.811 0.000 0,0.781-0.001 0,-3.748-0.001 3,1.284 0.001 0,-2.382-0.001 0,5.186 0.000 0,-0.880 0.001 0,0.796 0.000-3,-2.988-0.001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3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6464.000 1233.333 767,'9.089'-3.656'0,"2.319"-0.707"-8,-4.348 1.831 7,1.004-0.423-1,0.994-0.491-1,7.416-1.966-2,6.798-1.117 1,-1.616 0.825 1,2.493-0.402-3,1.989-0.329 0,6.195-1.241-1,-1.254 0.595 0,-2.475 0.874 1,-3.099 0.998 2,-3.294 1.008 1,-3.196 0.947 0,-3.574 1.137 4,-7.707 1.186 1,12.504-0.705 3,-2.083 0.672 7,-2.827 0.495 0,-3.040 0.343-2,-2.911 0.220-10,-2.582 0.128-1,0.750 0.350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3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6933.000 1020.333 767,'0.000'9.028'0,"0.000"-0.155"0,0.000 2.634 0,-0.936 13.472-16,-1.417 9.943 7,-0.004-2.503 1,-0.153 2.574 0,-0.029-3.156 0,-0.446 0.026 0,-0.522-0.478 0,-1.705 12.162 2,0.228 0.187 5,0.813-7.741 1,0.182-3.586 1,0.153-4.086 0,0.122-4.131-1,0.095-3.877 1,0.069-3.443 2,2.131-10.214-2,-1.182 5.729 3,0.291-0.749-1,-0.255 2.162 14,0.583-2.550 3,0.529-2.607-11,0.447-2.412-13,-0.010 0.368 0,1.483-13.173 8,-0.297 0.557 0,0.752-0.668 0,5.405-7.300-7,-0.741 2.396 1,2.344-2.672 0,2.581-2.214-3,3.474-2.722 0,3.703-2.783-1,-2.936 4.429 3,0.150 0.404 0,-0.314 0.822-1,2.427-2.104 0,0.412 0.072-1,0.563 0.588 7,0.619 0.875 1,-2.314 2.616-2,-1.567 1.476 0,-1.965 1.521-1,-2.112 1.460 0,-2.074 1.327 1,3.656-2.080 3,-4.774 5.170-1,-1.234 1.523 11,2.814-0.358-6,-1.664 3.071-9,-0.972 3.289-1,0.456-1.311 1,1.406-0.786 3,-1.458-0.044 1,-0.525-0.016-1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3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7445.000 1212.333 767,'0.000'6.692'0,"0.000"-0.092"0,0.000 0.163 0,0.000 1.840-8,0.000 3.486 6,0.000-2.109 0,0.000 2.097 0,0.000-0.090-1,0.000 1.563 1,0.000 1.506 0,0.000 5.316-1,0.000-0.117-1,0.000-3.959 1,0.000-1.177 0,0.000-1.291 1,0.000-1.285 4,0.000-1.199 1,0.000-1.062-4,-0.626 1.683 1,-1.013-2.884 0,-1.164 0.560 0,-0.276-1.375 5,0.096-1.344 6,0.313-1.211-11,-1.381 2.837-1,1.689-2.541 0,1.034 0.870 0,1.281-0.547 0,0.316 0.271 0,-0.054 2.965 0,3.150 2.664 8,0.919-1.208-2,-2.075-4.994-6,0.580 2.017 0,-0.357-0.746-1,-0.429-1.084 1,0.737 2.662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7488.000 871.333 767,'4.856'4.857'0,"0.288"0.287"0,0.716 0.370 0,1.479-0.729-9,2.713 2.209 7,4.462 4.244-2,1.196 1.259 0,0.906 0.801-1,0.102 0.020 0,-0.412-0.470 0,-0.702-0.744 1,-0.829-0.853 0,-8.554-6.355 3,16.696 13.540-4,-16.789-13.497 4,38.774 31.515 2,2.434 2.094 0,-2.844-2.249-17,-5.750-4.648 3,-6.972-5.667 1,-7.072-5.763 4,-6.488-5.294 1,-5.549-4.536 3,-7.450-6.111 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8170.000 1404.333 767,'-6.695'0.000'0,"-0.756"0.000"0,-2.581 3.289-7,-0.197 1.626 5,-4.289 3.025-2,-1.323 1.774 1,-2.095 2.454-3,-1.591 2.245 0,-1.152 1.946 0,-0.785 1.612-1,-0.493 1.280 0,8.138-7.360 3,-9.599 8.605-4,1.476-0.266 1,9.116-8.689 3,-8.174 7.014-2,3.868-3.225 20,4.342-3.315-3,4.241-3.072-7,3.803-2.651 15,4.199 0.290-20,8.463-6.524 4,-0.234-4.174-1,2.735-3.160 0,2.560-3.062-5,2.257-2.775 0,1.900-1.254-1,4.454-2.785-1,14.988-10.799-4,10.516-7.432 0,-1.728-1.017 2,-0.933-3.159-5,-8.036 3.971 87,-2.674-0.901-172,-2.913-0.575 87,-5.527 3.587 9,-3.442 1.424 5,-3.478 1.850-3,0.694-7.397 0,-4.777 3.348 0,-3.787 3.167 13,-2.854 2.786 3,-2.041 2.311-17,-2.397 8.220 1,-0.826 1.373-1,0.066-0.459 0,0.356 1.454 0,0.577 0.214 12,-0.213 3.237 31,-0.389 3.220-56,-0.469 2.946 14,3.175 8.993 6,-5.404 3.709-4,-0.233 0.226 0,-0.053 1.484 1,0.118-1.159-1,0.014 2.655-5,0.016 2.617-2,0.017 3.296 0,0.013 3.413 0,0.017-4.126 2,0.004 1.123-1,0.005 1.030 0,0.004 5.692-2,0.003 3.802 1,0.003 4.051 0,0.001 3.969-2,0.002 3.663-3,0.000 6.539-1,0.001 1.836-1,0.329-8.514 2,0.549 1.176 0,0.679 1.323 2,1.360 14.444 20,0.208-4.573-10,-0.153-6.360-8,-0.358-6.873 1,-0.449-6.526 1,-0.465-5.735 22,-0.474-6.293 4,-0.343-4.556-9,-0.286-3.883-6,-0.226-3.148-3,-0.090 0.835-1,-0.764-2.274-1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3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9024.000 1340.333 767,'-4.910'4.688'0,"0.237"-0.228"0,0.005-0.004 0,0.070-0.068 0,0.994 0.429-9,-0.006 0.404 8,-3.656 4.734-2,-2.808 3.045 0,-4.202 5.350-1,-2.572 3.663-2,0.972-0.480 0,0.296 0.700 0,0.821 0.124 2,1.097-0.252-1,1.193-0.478 0,1.165-0.584 2,-0.200 5.435-2,0.607 1.568 1,2.096-3.059 2,1.356-1.393 20,2.394-5.883-7,0.884-1.145-16,0.523 0.677 0,0.924-1.344 8,1.550 1.695 5,2.386-1.743-2,3.203-1.485-3,3.413-1.196 0,1.853-1.429-2,0.747-1.441-2,0.011-1.320 1,-0.433-1.130-1,-2.351-1.883 0,3.636 3.036 1,0.391 0.658 0,-0.145-1.260 4,1.321-0.863-1,3.837-0.335-7,5.166 0.029 1,-0.460-1.351 2,1.683-0.590-3,1.062-0.700-2,4.456-0.272 0,-0.086-0.944 0,-4.132-1.402 3,0.505-1.006 1,0.729-1.028 1,0.846-0.991 6,1.918-1.425-6,-0.167-1.430-3,-2.551-1.136-1,1.209-1.868 1,7.669-4.110 4,-0.353-1.522 11,1.034-1.316-15,-3.643 1.199 1,-10.921 4.101 0,-2.270 0.537 3,-2.138 0.429 1,0.660-1.033 6,-3.252 1.018 3,-2.916 1.039-5,-2.485 0.977-1,-2.028 0.865-1,-1.584 0.731-1,1.439-2.362 0,-1.437-0.550 1,-1.167 0.221-2,0.231-2.764 1,-0.192-2.744 0,0.551-2.441 1,0.950-2.041-4,-1.304 3.001-2,-0.129-2.139 0,-0.260-2.457 1,0.603-9.468-3,-0.742-0.044 0,-0.732 1.024 0,-0.662 1.576 0,-0.560 1.771 1,-0.449 1.730 11,-0.713 3.556-7,-0.793 2.723-1,-0.804 2.688 1,-0.746 2.452-1,-0.651 2.108 2,-0.539 1.722 0,-0.426 1.347 0,-4.755-2.378 0,-0.635 1.918 1,-0.214 0.596-1,-0.709 0.184 1,1.697 1.816-1,-6.467-1.445 0,-5.923-1.123 0,-1.208-0.055-1,-2.823-0.545 1,-2.187-0.427-5,-14.480-3.385-6,-2.687-0.612-1,-1.465-0.410 4,-0.597-0.252 0,2.788 0.846 5,4.584 1.435 1,6.186 1.734 1,6.712 1.787 0,6.380 1.647 0,5.610 1.414 11,4.643 1.148-1,0.571 1.224-10,11.219 5.667 4,1.796-0.828-2,-2.637 1.211 2,-1.728 0.550-1,0.145 0.043 1,0.072 0.018 0,-0.003 0.117 1,-0.003 2.497 4,0.000-2.804-2,0.000 1.089-4,0.519-0.934-4,0.862 0.596-1,2.493 4.793-1,1.783 2.094 0,-0.565-2.848 3,1.133 1.191-1,1.188 1.266-2,0.991 0.747-1,0.805 0.344 1,4.103 3.810-1,1.754-0.499-1,1.692-0.028 1,-1.513-2.874 7,-2.294-3.111-3,-2.553-2.969-1,-2.478-2.616 0,-2.207-2.164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4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3669.000 3601.333 767,'5.692'-2.812'0,"8.970"-4.032"0,8.393-3.530 0,7.692-3.098 0,6.631-2.580-35,3.111-0.281 23,4.053-0.240-1,3.253 0.274-1,2.502 0.585 0,1.837 0.740 12,1.276 0.785 4,-1.995 3.053-10,8.150 1.416-2,9.779 1.511-1,14.048 1.295-2,10.980 1.502 0,8.801 1.337 0,6.806 1.148-2,39.555 0.769-1,13.849 1.049 0,7.127 0.733 3,2.434 0.476-5,8.869 0.279-6,11.968 0.134 7,-18.086 0.001 19,-15.281-0.021-10,-19.694-0.052-5,-20.914-0.067 2,-20.040-0.072 1,-17.913-0.068 13,-66.296-0.191 2,40.084 0.476 10,3.880 0.655 1,21.444 1.700 64,1.363 1.378 32,3.646 1.304-135,4.969 1.177-1,22.830 3.999-2,-2.853 2.472 26,-5.904 0.317-11,-7.220-1.015 0,-0.734-0.790 15,3.248-0.586 10,-12.284-2.143 6,0.137-0.787-26,-0.096-0.772-1,-0.246-0.712 1,-0.324-0.622-7,4.041-0.636 0,0.582-0.973-2,7.158-0.704 0,-4.386-1.032 13,-28.060-1.210 27,-1.011-0.399-1,-0.130-0.339-7,27.160-0.226-6,1.805-0.369-14,7.849-0.242-2,10.798-0.143 3,-17.461-0.258 3,-4.066-0.397-9,-6.312-0.445-3,-7.393-0.449 1,-7.643-0.423 1,-7.312-0.377 4,-9.010 0.296 5,4.007 0.059 0,9.944-0.716 0,0.287-0.754 12,12.238-1.245 5,-6.110 0.171-1,-22.755 1.564-5,-1.162 0.346-5,-0.195 0.378-1,16.989 0.751 15,-4.295 2.089-23,-11.812 1.063 0,0.058 0.940 0,1.091 0.751 14,1.716 0.580-1,2.025 0.428-20,7.872 1.941-2,2.724 2.105 1,-38.789-4.812 6,52.015 5.495-10,6.067-0.410 24,10.402-0.224 9,-2.738-1.385-20,-6.213-1.450-9,-7.760-1.360-7,-27.630-1.737 15,-6.303-0.556 10,-6.299-0.480-1,2.808-1.210 9,-11.015-1.969-4,-7.423-1.717 17,-3.073-1.704 8,-0.999-1.500-20,0.370-1.256-19,-0.161 1.321 0,5.518 0.313 0,6.700 0.571-2,17.058-0.421-4,4.508 1.255 0,2.654 1.206-1,1.298 1.067 0,7.046 1.870 7,9.889 2.187 2,-19.715 0.609 0,-1.124 0.927-5,-2.330 0.857-2,14.433 2.211-3,-5.966-0.030 2,-6.095-0.544 8,-5.629-0.803 16,-21.934-2.329-12,4.181 0.007-1,-0.494-0.352 0,6.096-0.061 1,-1.534-0.448 11,-1.786-0.383 2,4.901-0.249-7,-4.742-0.374-12,-4.863-0.256 3,-4.500-0.165 0,-3.882-0.091 12,-3.162-0.043 3,-6.293-0.277-8,-1.754-0.545-3,-1.649-0.670-1,-0.451-1.223 3,1.793-4.108-3,-3.526-0.310 0,-1.386 0.450-3,-0.179 0.658-1,6.524 0.850 0,-3.724 3.781 1,0.806 0.310 0,0.591 0.285 0,1.536 0.232 1,1.578 0.230-1,5.308 0.089-3,-3.291 0.306 1,-1.703 0.132 1,-1.995 0.078 0,-1.987 0.043 0,1.578 0.137-1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4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3413.000 5521.333 767,'9.426'-1.546'0,"14.763"-2.423"0,4.099-0.529 0,9.059-1.249 0,17.582-2.127 0,12.434-1.109-29,38.045-2.846-32,36.946-1.893 29,49.184-3.489-7,23.066-1.615-11,-50.214 5.506 12,9.232 0.892-3,9.450 1.220 4,78.336-1.560 6,-4.165 2.733 0,-56.160 3.422 7,-18.213 1.603 3,-19.852 1.385 1,-19.709 1.151 47,-18.386 0.925-1,7.569 0.709 2,8.570 0.603 2,-53.683 0.240-13,82.936 0.317 5,28.403 0.179 5,12.197 0.077 3,0.927 0.007-30,-46.945-0.140-41,-6.003-0.039 2,-6.734-0.047 1,61.966-1.875 23,11.418-2.995 46,-64.472 0.487-16,-5.678-0.339-14,-7.343-0.038-11,4.318-0.152 0,-7.640 0.397 1,-6.956 0.506 12,-5.544 0.450 24,-12.682 0.592-7,6.894 0.249-7,-19.361 0.711-2,-13.616 0.578 26,-8.935 0.443 47,-10.076 0.324-50,-9.869 0.222-27,-21.799 0.099-2,-2.987 0.052-1,-1.990 0.035 11,10.046 0.075 3,-4.846 0.007-17,-8.708-0.028 0,-4.813-0.018 0,-4.465-0.022 8,-3.916-0.022 1,-3.274-0.022-5,-2.623-0.018-4,5.916-0.015 2,0.644-0.016 0,-1.586-0.011 1,-2.781-0.008-1,-3.246-0.006 0,-3.232-0.003-1,-2.932-0.001 0,1.032-0.006-1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8-02T12:11:4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725.000 1148.333 767,'7.475'0.000'0,"1.701"0.000"0,3.757 0.000 0,-2.944 0.000 0,7.139-0.515-16,4.338-0.808 11,3.820-0.934 0,17.491-1.730-5,19.482-1.531-4,-3.339 0.712 1,5.698 0.090-2,3.870-0.713-1,15.690-2.134-3,35.898-5.209 1,13.012-3.574 2,8.169-3.252-14,4.447-2.821-1,1.707-2.347-1,13.619-3.421-3,-15.321 2.627 3,-35.740 5.652 7,-17.037 2.036 5,-16.671 1.811 3,-15.325 1.546 64,-7.409-1.507 80,-13.142 0.032-79,-18.600 5.244-18,-2.954-1.193-1,2.509-9.275 11,-1.303-7.797-38,2.331-15.524 0,-2.294-5.300-13,-4.879 6.154 0,-1.744-0.413 1,-1.573 0.267 2,-2.529 3.437 5,-0.538-5.126 0,1.795-24.680 1,-1.858-3.110-3,-2.555 5.400-2,-2.271 4.628 1,-2.158 5.844 1,-1.912 6.125 2,-0.877 24.038 2,-3.467-12.487 4,-2.261 5.799 1,-4.676 3.140-1,-4.249 5.714 56,-2.105 4.752-56,-0.622 3.749-2,4.007 6.178 0,-1.724 1.336 0,-2.147 1.051 3,-10.966-0.886-1,-2.732 2.082-8,3.429 2.146 0,-1.385 0.802 1,-1.279 0.547 2,-1.124 0.343 1,-0.949 0.186-5,-0.775 0.069-1,-4.453 0.058-1,-2.399 0.361 0,2.752 0.559 0,-1.165 0.327 2,-4.168 0.963 16,-5.949 1.336 1,-17.357 3.333-10,-2.664 3.397-9,18.348-0.995-1,-1.031 0.799 1,-1.293 0.567-1,-11.634 2.420 6,5.120-0.101 0,6.917-0.436-2,7.560-0.616 1,13.814-2.036 2,4.333 0.019-1,3.879-0.326 14,3.372-0.556 3,-1.123 1.428 16,5.330-0.704 7,4.472-0.577-31,3.560-0.452-5,2.698-0.333-1,1.937-0.234 0,0.229 5.054-1,1.849-0.190 1,0.043 0.023-1,-2.285 0.184 1,-0.237-2.917-1,-2.148 4.791 2,-0.377 2.519 1,1.028-0.973-1,-0.229 2.455 0,-0.242 2.655-2,-2.897 14.726-3,-0.717 7.271-5,0.386 5.456-1,1.016 3.875 1,2.287 8.320-1,2.849 10.266 1,3.582-1.675 4,3.764-2.013-5,3.668-4.421 0,3.316-5.573 0,2.832-5.851 1,-1.479-13.901 8,2.226-1.445 0,9.278 8.778 0,1.874-5.258 6,-6.172-12.703 11,1.463-1.910 0,1.700-1.438 0,11.831 5.161-9,1.555-3.209-9,0.512-4.033-1,-0.165-4.171 0,-30.505-12.650 4,26.423 8.174 3,-5.305-3.336-1,-5.706-2.681 0,-5.429-2.048-1,-4.768-1.478-1,-3.940-1.005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Arial"/>
      </a:defRPr>
    </a:lvl1pPr>
    <a:lvl2pPr indent="228600" defTabSz="457200" latinLnBrk="0">
      <a:defRPr sz="1200">
        <a:latin typeface="+mj-lt"/>
        <a:ea typeface="+mj-ea"/>
        <a:cs typeface="+mj-cs"/>
        <a:sym typeface="Arial"/>
      </a:defRPr>
    </a:lvl2pPr>
    <a:lvl3pPr indent="457200" defTabSz="457200" latinLnBrk="0">
      <a:defRPr sz="1200">
        <a:latin typeface="+mj-lt"/>
        <a:ea typeface="+mj-ea"/>
        <a:cs typeface="+mj-cs"/>
        <a:sym typeface="Arial"/>
      </a:defRPr>
    </a:lvl3pPr>
    <a:lvl4pPr indent="685800" defTabSz="457200" latinLnBrk="0">
      <a:defRPr sz="1200">
        <a:latin typeface="+mj-lt"/>
        <a:ea typeface="+mj-ea"/>
        <a:cs typeface="+mj-cs"/>
        <a:sym typeface="Arial"/>
      </a:defRPr>
    </a:lvl4pPr>
    <a:lvl5pPr indent="914400" defTabSz="457200" latinLnBrk="0">
      <a:defRPr sz="1200">
        <a:latin typeface="+mj-lt"/>
        <a:ea typeface="+mj-ea"/>
        <a:cs typeface="+mj-cs"/>
        <a:sym typeface="Arial"/>
      </a:defRPr>
    </a:lvl5pPr>
    <a:lvl6pPr indent="1143000" defTabSz="457200" latinLnBrk="0">
      <a:defRPr sz="1200">
        <a:latin typeface="+mj-lt"/>
        <a:ea typeface="+mj-ea"/>
        <a:cs typeface="+mj-cs"/>
        <a:sym typeface="Arial"/>
      </a:defRPr>
    </a:lvl6pPr>
    <a:lvl7pPr indent="1371600" defTabSz="457200" latinLnBrk="0">
      <a:defRPr sz="1200">
        <a:latin typeface="+mj-lt"/>
        <a:ea typeface="+mj-ea"/>
        <a:cs typeface="+mj-cs"/>
        <a:sym typeface="Arial"/>
      </a:defRPr>
    </a:lvl7pPr>
    <a:lvl8pPr indent="1600200" defTabSz="457200" latinLnBrk="0">
      <a:defRPr sz="1200">
        <a:latin typeface="+mj-lt"/>
        <a:ea typeface="+mj-ea"/>
        <a:cs typeface="+mj-cs"/>
        <a:sym typeface="Arial"/>
      </a:defRPr>
    </a:lvl8pPr>
    <a:lvl9pPr indent="1828800" defTabSz="4572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ea typeface="SimSun" charset="0"/>
                <a:sym typeface="+mn-ea"/>
              </a:rPr>
              <a:t>）</a:t>
            </a:r>
            <a:r>
              <a:rPr lang="zh-CN" altLang="en-US">
                <a:sym typeface="+mn-ea"/>
              </a:rPr>
              <a:t>对应位置上的元素的符号，形成了方向</a:t>
            </a:r>
            <a:br>
              <a:rPr lang="zh-CN" altLang="en-US">
                <a:sym typeface="+mn-ea"/>
              </a:rPr>
            </a:br>
            <a:r>
              <a:rPr lang="en-US" altLang="zh-CN">
                <a:sym typeface="+mn-ea"/>
              </a:rPr>
              <a:t>2</a:t>
            </a:r>
            <a:r>
              <a:rPr lang="zh-CN" altLang="en-US">
                <a:ea typeface="SimSun" charset="0"/>
                <a:sym typeface="+mn-ea"/>
              </a:rPr>
              <a:t>）</a:t>
            </a:r>
            <a:r>
              <a:rPr lang="zh-CN" altLang="en-US">
                <a:sym typeface="+mn-ea"/>
              </a:rPr>
              <a:t>方向影响卷积的结果大小</a:t>
            </a:r>
            <a:br>
              <a:rPr lang="zh-CN" altLang="en-US">
                <a:sym typeface="+mn-ea"/>
              </a:rPr>
            </a:br>
            <a:r>
              <a:rPr lang="en-US" altLang="zh-CN">
                <a:sym typeface="+mn-ea"/>
              </a:rPr>
              <a:t>3</a:t>
            </a:r>
            <a:r>
              <a:rPr lang="zh-CN" altLang="en-US">
                <a:ea typeface="SimSun" charset="0"/>
                <a:sym typeface="+mn-ea"/>
              </a:rPr>
              <a:t>）</a:t>
            </a:r>
            <a:r>
              <a:rPr lang="zh-CN" altLang="en-US">
                <a:sym typeface="+mn-ea"/>
              </a:rPr>
              <a:t>方向就是形状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output </a:t>
            </a:r>
            <a:r>
              <a:rPr lang="zh-CN" altLang="en-US">
                <a:ea typeface="SimSun" charset="0"/>
              </a:rPr>
              <a:t>的长度</a:t>
            </a:r>
            <a:r>
              <a:rPr lang="en-US" altLang="zh-CN">
                <a:ea typeface="SimSun" charset="0"/>
              </a:rPr>
              <a:t> = Floor[</a:t>
            </a:r>
            <a:r>
              <a:rPr lang="zh-CN" altLang="en-US">
                <a:ea typeface="SimSun" charset="0"/>
              </a:rPr>
              <a:t>（</a:t>
            </a:r>
            <a:r>
              <a:rPr lang="en-US" altLang="zh-CN">
                <a:ea typeface="SimSun" charset="0"/>
              </a:rPr>
              <a:t>InputW + Padding x 2 - KernelSize</a:t>
            </a:r>
            <a:r>
              <a:rPr lang="zh-CN" altLang="en-US">
                <a:ea typeface="SimSun" charset="0"/>
              </a:rPr>
              <a:t>）</a:t>
            </a:r>
            <a:r>
              <a:rPr lang="en-US" altLang="zh-CN">
                <a:ea typeface="SimSun" charset="0"/>
              </a:rPr>
              <a:t> / Stride ] + 1</a:t>
            </a:r>
            <a:endParaRPr lang="en-US" altLang="zh-CN">
              <a:ea typeface="SimSu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/>
          <p:cNvSpPr>
            <a:spLocks noGrp="1"/>
          </p:cNvSpPr>
          <p:nvPr>
            <p:ph type="body" sz="quarter" idx="13"/>
          </p:nvPr>
        </p:nvSpPr>
        <p:spPr>
          <a:xfrm>
            <a:off x="487898" y="3863771"/>
            <a:ext cx="3683001" cy="369889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</a:p>
        </p:txBody>
      </p:sp>
      <p:sp>
        <p:nvSpPr>
          <p:cNvPr id="13" name="Rectangle"/>
          <p:cNvSpPr>
            <a:spLocks noGrp="1"/>
          </p:cNvSpPr>
          <p:nvPr>
            <p:ph type="body" sz="quarter" idx="14"/>
          </p:nvPr>
        </p:nvSpPr>
        <p:spPr>
          <a:xfrm>
            <a:off x="487899" y="1250570"/>
            <a:ext cx="7324988" cy="74453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rgbClr val="4D4D4C"/>
                </a:solidFill>
              </a:defRPr>
            </a:pPr>
          </a:p>
        </p:txBody>
      </p:sp>
      <p:sp>
        <p:nvSpPr>
          <p:cNvPr id="14" name="Rectangle"/>
          <p:cNvSpPr>
            <a:spLocks noGrp="1"/>
          </p:cNvSpPr>
          <p:nvPr>
            <p:ph type="body" sz="quarter" idx="15"/>
          </p:nvPr>
        </p:nvSpPr>
        <p:spPr>
          <a:xfrm>
            <a:off x="487898" y="2000917"/>
            <a:ext cx="6041584" cy="48785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rgbClr val="4D4D4C"/>
                </a:solidFill>
              </a:defRPr>
            </a:pPr>
          </a:p>
        </p:txBody>
      </p:sp>
      <p:pic>
        <p:nvPicPr>
          <p:cNvPr id="15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336613" y="1010407"/>
            <a:ext cx="8207742" cy="364192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None/>
              <a:defRPr sz="1100"/>
            </a:lvl1pPr>
            <a:lvl2pPr marL="0" indent="457200">
              <a:spcBef>
                <a:spcPts val="200"/>
              </a:spcBef>
              <a:buSzTx/>
              <a:buNone/>
              <a:defRPr sz="1100"/>
            </a:lvl2pPr>
            <a:lvl3pPr marL="0" indent="914400">
              <a:spcBef>
                <a:spcPts val="200"/>
              </a:spcBef>
              <a:buSzTx/>
              <a:buNone/>
              <a:defRPr sz="1100"/>
            </a:lvl3pPr>
            <a:lvl4pPr marL="0" indent="1371600">
              <a:spcBef>
                <a:spcPts val="200"/>
              </a:spcBef>
              <a:buSzTx/>
              <a:buNone/>
              <a:defRPr sz="1100"/>
            </a:lvl4pPr>
            <a:lvl5pPr marL="0" indent="1828800">
              <a:spcBef>
                <a:spcPts val="200"/>
              </a:spcBef>
              <a:buSzTx/>
              <a:buNone/>
              <a:defRPr sz="1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4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96393" y="1969202"/>
            <a:ext cx="7772401" cy="930106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pic>
        <p:nvPicPr>
          <p:cNvPr id="43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33575" y="1012506"/>
            <a:ext cx="4038601" cy="3472074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2200"/>
            </a:lvl1pPr>
            <a:lvl2pPr marL="771525" indent="-314325">
              <a:defRPr sz="2200"/>
            </a:lvl2pPr>
            <a:lvl3pPr marL="1228725" indent="-314325">
              <a:defRPr sz="2200"/>
            </a:lvl3pPr>
            <a:lvl4pPr marL="1685925" indent="-314325">
              <a:defRPr sz="2200"/>
            </a:lvl4pPr>
            <a:lvl5pPr marL="2143125" indent="-314325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37517" y="1011542"/>
            <a:ext cx="2442635" cy="33944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400"/>
              </a:spcBef>
              <a:buSzTx/>
              <a:buNone/>
              <a:defRPr sz="2000">
                <a:solidFill>
                  <a:srgbClr val="4D4D4C"/>
                </a:solidFill>
              </a:defRPr>
            </a:lvl1pPr>
            <a:lvl2pPr marL="774700" indent="-317500">
              <a:spcBef>
                <a:spcPts val="400"/>
              </a:spcBef>
              <a:defRPr sz="2000">
                <a:solidFill>
                  <a:srgbClr val="4D4D4C"/>
                </a:solidFill>
              </a:defRPr>
            </a:lvl2pPr>
            <a:lvl3pPr marL="1200150" indent="-285750">
              <a:spcBef>
                <a:spcPts val="400"/>
              </a:spcBef>
              <a:defRPr sz="2000">
                <a:solidFill>
                  <a:srgbClr val="4D4D4C"/>
                </a:solidFill>
              </a:defRPr>
            </a:lvl3pPr>
            <a:lvl4pPr marL="0" indent="1371600">
              <a:spcBef>
                <a:spcPts val="400"/>
              </a:spcBef>
              <a:buSzTx/>
              <a:buNone/>
              <a:defRPr sz="2000">
                <a:solidFill>
                  <a:srgbClr val="4D4D4C"/>
                </a:solidFill>
              </a:defRPr>
            </a:lvl4pPr>
            <a:lvl5pPr marL="2114550" indent="-285750">
              <a:spcBef>
                <a:spcPts val="400"/>
              </a:spcBef>
              <a:defRPr sz="2000">
                <a:solidFill>
                  <a:srgbClr val="4D4D4C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63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37742" y="3127083"/>
            <a:ext cx="1797051" cy="34094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1pPr>
            <a:lvl2pPr marL="0" indent="4572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2pPr>
            <a:lvl3pPr marL="0" indent="9144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3pPr>
            <a:lvl4pPr marL="0" indent="13716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4pPr>
            <a:lvl5pPr marL="0" indent="18288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Rectangle"/>
          <p:cNvSpPr>
            <a:spLocks noGrp="1"/>
          </p:cNvSpPr>
          <p:nvPr>
            <p:ph type="body" sz="quarter" idx="13"/>
          </p:nvPr>
        </p:nvSpPr>
        <p:spPr>
          <a:xfrm>
            <a:off x="2496747" y="3127083"/>
            <a:ext cx="1797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74" name="Rectangle"/>
          <p:cNvSpPr>
            <a:spLocks noGrp="1"/>
          </p:cNvSpPr>
          <p:nvPr>
            <p:ph type="body" sz="quarter" idx="14"/>
          </p:nvPr>
        </p:nvSpPr>
        <p:spPr>
          <a:xfrm>
            <a:off x="4634584" y="3127083"/>
            <a:ext cx="1797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75" name="Rectangle"/>
          <p:cNvSpPr>
            <a:spLocks noGrp="1"/>
          </p:cNvSpPr>
          <p:nvPr>
            <p:ph type="body" sz="quarter" idx="15"/>
          </p:nvPr>
        </p:nvSpPr>
        <p:spPr>
          <a:xfrm>
            <a:off x="6990344" y="3127083"/>
            <a:ext cx="1797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76" name="Image"/>
          <p:cNvSpPr>
            <a:spLocks noGrp="1"/>
          </p:cNvSpPr>
          <p:nvPr>
            <p:ph type="pic" sz="quarter" idx="16"/>
          </p:nvPr>
        </p:nvSpPr>
        <p:spPr>
          <a:xfrm>
            <a:off x="337742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7" name="Image"/>
          <p:cNvSpPr>
            <a:spLocks noGrp="1"/>
          </p:cNvSpPr>
          <p:nvPr>
            <p:ph type="pic" sz="quarter" idx="17"/>
          </p:nvPr>
        </p:nvSpPr>
        <p:spPr>
          <a:xfrm>
            <a:off x="2496747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8" name="Image"/>
          <p:cNvSpPr>
            <a:spLocks noGrp="1"/>
          </p:cNvSpPr>
          <p:nvPr>
            <p:ph type="pic" sz="quarter" idx="18"/>
          </p:nvPr>
        </p:nvSpPr>
        <p:spPr>
          <a:xfrm>
            <a:off x="4634584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9" name="Image"/>
          <p:cNvSpPr>
            <a:spLocks noGrp="1"/>
          </p:cNvSpPr>
          <p:nvPr>
            <p:ph type="pic" sz="quarter" idx="19"/>
          </p:nvPr>
        </p:nvSpPr>
        <p:spPr>
          <a:xfrm>
            <a:off x="6990344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pic>
        <p:nvPicPr>
          <p:cNvPr id="80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39933" y="2151896"/>
            <a:ext cx="1924051" cy="34094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1pPr>
            <a:lvl2pPr marL="0" indent="4572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2pPr>
            <a:lvl3pPr marL="0" indent="9144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3pPr>
            <a:lvl4pPr marL="0" indent="13716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4pPr>
            <a:lvl5pPr marL="0" indent="18288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Rectangle"/>
          <p:cNvSpPr>
            <a:spLocks noGrp="1"/>
          </p:cNvSpPr>
          <p:nvPr>
            <p:ph type="body" sz="quarter" idx="13"/>
          </p:nvPr>
        </p:nvSpPr>
        <p:spPr>
          <a:xfrm>
            <a:off x="3479308" y="2151896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91" name="Rectangle"/>
          <p:cNvSpPr>
            <a:spLocks noGrp="1"/>
          </p:cNvSpPr>
          <p:nvPr>
            <p:ph type="body" sz="quarter" idx="14"/>
          </p:nvPr>
        </p:nvSpPr>
        <p:spPr>
          <a:xfrm>
            <a:off x="6624973" y="2151896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92" name="Rectangle"/>
          <p:cNvSpPr>
            <a:spLocks noGrp="1"/>
          </p:cNvSpPr>
          <p:nvPr>
            <p:ph type="body" sz="quarter" idx="15"/>
          </p:nvPr>
        </p:nvSpPr>
        <p:spPr>
          <a:xfrm>
            <a:off x="339933" y="3963639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93" name="Rectangle"/>
          <p:cNvSpPr>
            <a:spLocks noGrp="1"/>
          </p:cNvSpPr>
          <p:nvPr>
            <p:ph type="body" sz="quarter" idx="16"/>
          </p:nvPr>
        </p:nvSpPr>
        <p:spPr>
          <a:xfrm>
            <a:off x="3479308" y="3963639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94" name="Rectangle"/>
          <p:cNvSpPr>
            <a:spLocks noGrp="1"/>
          </p:cNvSpPr>
          <p:nvPr>
            <p:ph type="body" sz="quarter" idx="17"/>
          </p:nvPr>
        </p:nvSpPr>
        <p:spPr>
          <a:xfrm>
            <a:off x="6624973" y="3963639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95" name="Image"/>
          <p:cNvSpPr>
            <a:spLocks noGrp="1"/>
          </p:cNvSpPr>
          <p:nvPr>
            <p:ph type="pic" sz="quarter" idx="18"/>
          </p:nvPr>
        </p:nvSpPr>
        <p:spPr>
          <a:xfrm>
            <a:off x="339938" y="928297"/>
            <a:ext cx="1924051" cy="1100669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96" name="Image"/>
          <p:cNvSpPr>
            <a:spLocks noGrp="1"/>
          </p:cNvSpPr>
          <p:nvPr>
            <p:ph type="pic" sz="quarter" idx="19"/>
          </p:nvPr>
        </p:nvSpPr>
        <p:spPr>
          <a:xfrm>
            <a:off x="3479308" y="928297"/>
            <a:ext cx="1924051" cy="1100669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97" name="Image"/>
          <p:cNvSpPr>
            <a:spLocks noGrp="1"/>
          </p:cNvSpPr>
          <p:nvPr>
            <p:ph type="pic" sz="quarter" idx="20"/>
          </p:nvPr>
        </p:nvSpPr>
        <p:spPr>
          <a:xfrm>
            <a:off x="6624973" y="928297"/>
            <a:ext cx="1924051" cy="1100669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98" name="Image"/>
          <p:cNvSpPr>
            <a:spLocks noGrp="1"/>
          </p:cNvSpPr>
          <p:nvPr>
            <p:ph type="pic" sz="quarter" idx="21"/>
          </p:nvPr>
        </p:nvSpPr>
        <p:spPr>
          <a:xfrm>
            <a:off x="339938" y="2782372"/>
            <a:ext cx="1924051" cy="1100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99" name="Image"/>
          <p:cNvSpPr>
            <a:spLocks noGrp="1"/>
          </p:cNvSpPr>
          <p:nvPr>
            <p:ph type="pic" sz="quarter" idx="22"/>
          </p:nvPr>
        </p:nvSpPr>
        <p:spPr>
          <a:xfrm>
            <a:off x="3479308" y="2782372"/>
            <a:ext cx="1924051" cy="1100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100" name="Image"/>
          <p:cNvSpPr>
            <a:spLocks noGrp="1"/>
          </p:cNvSpPr>
          <p:nvPr>
            <p:ph type="pic" sz="quarter" idx="23"/>
          </p:nvPr>
        </p:nvSpPr>
        <p:spPr>
          <a:xfrm>
            <a:off x="6624973" y="2782372"/>
            <a:ext cx="1924051" cy="1100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pic>
        <p:nvPicPr>
          <p:cNvPr id="101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10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911" y="4699139"/>
            <a:ext cx="883651" cy="331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7" name="Rectangle"/>
          <p:cNvSpPr/>
          <p:nvPr/>
        </p:nvSpPr>
        <p:spPr>
          <a:xfrm>
            <a:off x="8053950" y="4639759"/>
            <a:ext cx="1018534" cy="44008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spcBef>
                <a:spcPts val="900"/>
              </a:spcBef>
              <a:defRPr sz="4000" b="1">
                <a:solidFill>
                  <a:srgbClr val="FFFFFF"/>
                </a:solidFill>
              </a:defRPr>
            </a:pP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074459" y="1674428"/>
            <a:ext cx="6069542" cy="1250669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36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5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46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tiff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21761" y="114935"/>
            <a:ext cx="8205305" cy="54574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8205304" cy="355392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>
            <a:lvl2pPr marL="800100" indent="-342900"/>
            <a:lvl3pPr marL="1219200" indent="-304800"/>
            <a:lvl4pPr marL="1714500" indent="-342900">
              <a:buChar char="–"/>
            </a:lvl4pPr>
            <a:lvl5pPr marL="2171700" indent="-342900">
              <a:buChar char="»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4" name="Image" descr="Image"/>
          <p:cNvPicPr>
            <a:picLocks noChangeAspect="1"/>
          </p:cNvPicPr>
          <p:nvPr/>
        </p:nvPicPr>
        <p:blipFill>
          <a:blip r:embed="rId14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240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621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002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383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1764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145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526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907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3288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courses.d2l.ai/berkeley-stat-157/units/convnet.html" TargetMode="External"/><Relationship Id="rId2" Type="http://schemas.openxmlformats.org/officeDocument/2006/relationships/hyperlink" Target="https://www.d2l.ai/" TargetMode="External"/><Relationship Id="rId1" Type="http://schemas.openxmlformats.org/officeDocument/2006/relationships/hyperlink" Target="https://zh.d2l.ai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tiff"/><Relationship Id="rId3" Type="http://schemas.openxmlformats.org/officeDocument/2006/relationships/image" Target="../media/image6.tiff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0.tif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tiff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customXml" Target="../ink/ink3.xml"/><Relationship Id="rId7" Type="http://schemas.openxmlformats.org/officeDocument/2006/relationships/image" Target="../media/image25.png"/><Relationship Id="rId6" Type="http://schemas.openxmlformats.org/officeDocument/2006/relationships/customXml" Target="../ink/ink2.xml"/><Relationship Id="rId50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9" Type="http://schemas.openxmlformats.org/officeDocument/2006/relationships/image" Target="../media/image46.png"/><Relationship Id="rId48" Type="http://schemas.openxmlformats.org/officeDocument/2006/relationships/customXml" Target="../ink/ink23.xml"/><Relationship Id="rId47" Type="http://schemas.openxmlformats.org/officeDocument/2006/relationships/image" Target="../media/image45.png"/><Relationship Id="rId46" Type="http://schemas.openxmlformats.org/officeDocument/2006/relationships/customXml" Target="../ink/ink22.xml"/><Relationship Id="rId45" Type="http://schemas.openxmlformats.org/officeDocument/2006/relationships/image" Target="../media/image44.png"/><Relationship Id="rId44" Type="http://schemas.openxmlformats.org/officeDocument/2006/relationships/customXml" Target="../ink/ink21.xml"/><Relationship Id="rId43" Type="http://schemas.openxmlformats.org/officeDocument/2006/relationships/image" Target="../media/image43.png"/><Relationship Id="rId42" Type="http://schemas.openxmlformats.org/officeDocument/2006/relationships/customXml" Target="../ink/ink20.xml"/><Relationship Id="rId41" Type="http://schemas.openxmlformats.org/officeDocument/2006/relationships/image" Target="../media/image42.png"/><Relationship Id="rId40" Type="http://schemas.openxmlformats.org/officeDocument/2006/relationships/customXml" Target="../ink/ink19.xml"/><Relationship Id="rId4" Type="http://schemas.openxmlformats.org/officeDocument/2006/relationships/customXml" Target="../ink/ink1.xml"/><Relationship Id="rId39" Type="http://schemas.openxmlformats.org/officeDocument/2006/relationships/image" Target="../media/image41.png"/><Relationship Id="rId38" Type="http://schemas.openxmlformats.org/officeDocument/2006/relationships/customXml" Target="../ink/ink18.xml"/><Relationship Id="rId37" Type="http://schemas.openxmlformats.org/officeDocument/2006/relationships/image" Target="../media/image40.png"/><Relationship Id="rId36" Type="http://schemas.openxmlformats.org/officeDocument/2006/relationships/customXml" Target="../ink/ink17.xml"/><Relationship Id="rId35" Type="http://schemas.openxmlformats.org/officeDocument/2006/relationships/image" Target="../media/image39.png"/><Relationship Id="rId34" Type="http://schemas.openxmlformats.org/officeDocument/2006/relationships/customXml" Target="../ink/ink16.xml"/><Relationship Id="rId33" Type="http://schemas.openxmlformats.org/officeDocument/2006/relationships/image" Target="../media/image38.png"/><Relationship Id="rId32" Type="http://schemas.openxmlformats.org/officeDocument/2006/relationships/customXml" Target="../ink/ink15.xml"/><Relationship Id="rId31" Type="http://schemas.openxmlformats.org/officeDocument/2006/relationships/image" Target="../media/image37.png"/><Relationship Id="rId30" Type="http://schemas.openxmlformats.org/officeDocument/2006/relationships/customXml" Target="../ink/ink14.xml"/><Relationship Id="rId3" Type="http://schemas.openxmlformats.org/officeDocument/2006/relationships/image" Target="../media/image23.png"/><Relationship Id="rId29" Type="http://schemas.openxmlformats.org/officeDocument/2006/relationships/image" Target="../media/image36.png"/><Relationship Id="rId28" Type="http://schemas.openxmlformats.org/officeDocument/2006/relationships/customXml" Target="../ink/ink13.xml"/><Relationship Id="rId27" Type="http://schemas.openxmlformats.org/officeDocument/2006/relationships/image" Target="../media/image35.png"/><Relationship Id="rId26" Type="http://schemas.openxmlformats.org/officeDocument/2006/relationships/customXml" Target="../ink/ink12.xml"/><Relationship Id="rId25" Type="http://schemas.openxmlformats.org/officeDocument/2006/relationships/image" Target="../media/image34.png"/><Relationship Id="rId24" Type="http://schemas.openxmlformats.org/officeDocument/2006/relationships/customXml" Target="../ink/ink11.xml"/><Relationship Id="rId23" Type="http://schemas.openxmlformats.org/officeDocument/2006/relationships/image" Target="../media/image33.png"/><Relationship Id="rId22" Type="http://schemas.openxmlformats.org/officeDocument/2006/relationships/customXml" Target="../ink/ink10.xml"/><Relationship Id="rId21" Type="http://schemas.openxmlformats.org/officeDocument/2006/relationships/image" Target="../media/image32.png"/><Relationship Id="rId20" Type="http://schemas.openxmlformats.org/officeDocument/2006/relationships/customXml" Target="../ink/ink9.xml"/><Relationship Id="rId2" Type="http://schemas.openxmlformats.org/officeDocument/2006/relationships/image" Target="../media/image22.GIF"/><Relationship Id="rId19" Type="http://schemas.openxmlformats.org/officeDocument/2006/relationships/image" Target="../media/image31.png"/><Relationship Id="rId18" Type="http://schemas.openxmlformats.org/officeDocument/2006/relationships/customXml" Target="../ink/ink8.xml"/><Relationship Id="rId17" Type="http://schemas.openxmlformats.org/officeDocument/2006/relationships/image" Target="../media/image30.png"/><Relationship Id="rId16" Type="http://schemas.openxmlformats.org/officeDocument/2006/relationships/customXml" Target="../ink/ink7.xml"/><Relationship Id="rId15" Type="http://schemas.openxmlformats.org/officeDocument/2006/relationships/image" Target="../media/image29.png"/><Relationship Id="rId14" Type="http://schemas.openxmlformats.org/officeDocument/2006/relationships/customXml" Target="../ink/ink6.xml"/><Relationship Id="rId13" Type="http://schemas.openxmlformats.org/officeDocument/2006/relationships/image" Target="../media/image28.png"/><Relationship Id="rId12" Type="http://schemas.openxmlformats.org/officeDocument/2006/relationships/customXml" Target="../ink/ink5.xml"/><Relationship Id="rId11" Type="http://schemas.openxmlformats.org/officeDocument/2006/relationships/image" Target="../media/image27.png"/><Relationship Id="rId10" Type="http://schemas.openxmlformats.org/officeDocument/2006/relationships/customXml" Target="../ink/ink4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customXml" Target="../ink/ink24.xml"/><Relationship Id="rId7" Type="http://schemas.openxmlformats.org/officeDocument/2006/relationships/image" Target="../media/image4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0" Type="http://schemas.openxmlformats.org/officeDocument/2006/relationships/slideLayout" Target="../slideLayouts/slideLayout2.xml"/><Relationship Id="rId3" Type="http://schemas.openxmlformats.org/officeDocument/2006/relationships/image" Target="../media/image55.png"/><Relationship Id="rId29" Type="http://schemas.openxmlformats.org/officeDocument/2006/relationships/image" Target="../media/image69.png"/><Relationship Id="rId28" Type="http://schemas.openxmlformats.org/officeDocument/2006/relationships/customXml" Target="../ink/ink34.xml"/><Relationship Id="rId27" Type="http://schemas.openxmlformats.org/officeDocument/2006/relationships/image" Target="../media/image68.png"/><Relationship Id="rId26" Type="http://schemas.openxmlformats.org/officeDocument/2006/relationships/customXml" Target="../ink/ink33.xml"/><Relationship Id="rId25" Type="http://schemas.openxmlformats.org/officeDocument/2006/relationships/image" Target="../media/image67.png"/><Relationship Id="rId24" Type="http://schemas.openxmlformats.org/officeDocument/2006/relationships/customXml" Target="../ink/ink32.xml"/><Relationship Id="rId23" Type="http://schemas.openxmlformats.org/officeDocument/2006/relationships/image" Target="../media/image66.png"/><Relationship Id="rId22" Type="http://schemas.openxmlformats.org/officeDocument/2006/relationships/customXml" Target="../ink/ink31.xml"/><Relationship Id="rId21" Type="http://schemas.openxmlformats.org/officeDocument/2006/relationships/image" Target="../media/image65.png"/><Relationship Id="rId20" Type="http://schemas.openxmlformats.org/officeDocument/2006/relationships/customXml" Target="../ink/ink30.xml"/><Relationship Id="rId2" Type="http://schemas.openxmlformats.org/officeDocument/2006/relationships/image" Target="../media/image54.png"/><Relationship Id="rId19" Type="http://schemas.openxmlformats.org/officeDocument/2006/relationships/image" Target="../media/image64.png"/><Relationship Id="rId18" Type="http://schemas.openxmlformats.org/officeDocument/2006/relationships/customXml" Target="../ink/ink29.xml"/><Relationship Id="rId17" Type="http://schemas.openxmlformats.org/officeDocument/2006/relationships/image" Target="../media/image63.png"/><Relationship Id="rId16" Type="http://schemas.openxmlformats.org/officeDocument/2006/relationships/customXml" Target="../ink/ink28.xml"/><Relationship Id="rId15" Type="http://schemas.openxmlformats.org/officeDocument/2006/relationships/image" Target="../media/image62.png"/><Relationship Id="rId14" Type="http://schemas.openxmlformats.org/officeDocument/2006/relationships/customXml" Target="../ink/ink27.xml"/><Relationship Id="rId13" Type="http://schemas.openxmlformats.org/officeDocument/2006/relationships/image" Target="../media/image61.png"/><Relationship Id="rId12" Type="http://schemas.openxmlformats.org/officeDocument/2006/relationships/customXml" Target="../ink/ink26.xml"/><Relationship Id="rId11" Type="http://schemas.openxmlformats.org/officeDocument/2006/relationships/image" Target="../media/image60.png"/><Relationship Id="rId10" Type="http://schemas.openxmlformats.org/officeDocument/2006/relationships/customXml" Target="../ink/ink25.xml"/><Relationship Id="rId1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9.tiff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customXml" Target="../ink/ink37.xml"/><Relationship Id="rId7" Type="http://schemas.openxmlformats.org/officeDocument/2006/relationships/image" Target="../media/image88.png"/><Relationship Id="rId60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59" Type="http://schemas.openxmlformats.org/officeDocument/2006/relationships/image" Target="../media/image114.png"/><Relationship Id="rId58" Type="http://schemas.openxmlformats.org/officeDocument/2006/relationships/customXml" Target="../ink/ink62.xml"/><Relationship Id="rId57" Type="http://schemas.openxmlformats.org/officeDocument/2006/relationships/image" Target="../media/image113.png"/><Relationship Id="rId56" Type="http://schemas.openxmlformats.org/officeDocument/2006/relationships/customXml" Target="../ink/ink61.xml"/><Relationship Id="rId55" Type="http://schemas.openxmlformats.org/officeDocument/2006/relationships/image" Target="../media/image112.png"/><Relationship Id="rId54" Type="http://schemas.openxmlformats.org/officeDocument/2006/relationships/customXml" Target="../ink/ink60.xml"/><Relationship Id="rId53" Type="http://schemas.openxmlformats.org/officeDocument/2006/relationships/image" Target="../media/image111.png"/><Relationship Id="rId52" Type="http://schemas.openxmlformats.org/officeDocument/2006/relationships/customXml" Target="../ink/ink59.xml"/><Relationship Id="rId51" Type="http://schemas.openxmlformats.org/officeDocument/2006/relationships/image" Target="../media/image110.png"/><Relationship Id="rId50" Type="http://schemas.openxmlformats.org/officeDocument/2006/relationships/customXml" Target="../ink/ink58.xml"/><Relationship Id="rId5" Type="http://schemas.openxmlformats.org/officeDocument/2006/relationships/image" Target="../media/image87.png"/><Relationship Id="rId49" Type="http://schemas.openxmlformats.org/officeDocument/2006/relationships/image" Target="../media/image109.png"/><Relationship Id="rId48" Type="http://schemas.openxmlformats.org/officeDocument/2006/relationships/customXml" Target="../ink/ink57.xml"/><Relationship Id="rId47" Type="http://schemas.openxmlformats.org/officeDocument/2006/relationships/image" Target="../media/image108.png"/><Relationship Id="rId46" Type="http://schemas.openxmlformats.org/officeDocument/2006/relationships/customXml" Target="../ink/ink56.xml"/><Relationship Id="rId45" Type="http://schemas.openxmlformats.org/officeDocument/2006/relationships/image" Target="../media/image107.png"/><Relationship Id="rId44" Type="http://schemas.openxmlformats.org/officeDocument/2006/relationships/customXml" Target="../ink/ink55.xml"/><Relationship Id="rId43" Type="http://schemas.openxmlformats.org/officeDocument/2006/relationships/image" Target="../media/image106.png"/><Relationship Id="rId42" Type="http://schemas.openxmlformats.org/officeDocument/2006/relationships/customXml" Target="../ink/ink54.xml"/><Relationship Id="rId41" Type="http://schemas.openxmlformats.org/officeDocument/2006/relationships/image" Target="../media/image105.png"/><Relationship Id="rId40" Type="http://schemas.openxmlformats.org/officeDocument/2006/relationships/customXml" Target="../ink/ink53.xml"/><Relationship Id="rId4" Type="http://schemas.openxmlformats.org/officeDocument/2006/relationships/customXml" Target="../ink/ink35.xml"/><Relationship Id="rId39" Type="http://schemas.openxmlformats.org/officeDocument/2006/relationships/image" Target="../media/image104.png"/><Relationship Id="rId38" Type="http://schemas.openxmlformats.org/officeDocument/2006/relationships/customXml" Target="../ink/ink52.xml"/><Relationship Id="rId37" Type="http://schemas.openxmlformats.org/officeDocument/2006/relationships/image" Target="../media/image103.png"/><Relationship Id="rId36" Type="http://schemas.openxmlformats.org/officeDocument/2006/relationships/customXml" Target="../ink/ink51.xml"/><Relationship Id="rId35" Type="http://schemas.openxmlformats.org/officeDocument/2006/relationships/image" Target="../media/image102.png"/><Relationship Id="rId34" Type="http://schemas.openxmlformats.org/officeDocument/2006/relationships/customXml" Target="../ink/ink50.xml"/><Relationship Id="rId33" Type="http://schemas.openxmlformats.org/officeDocument/2006/relationships/image" Target="../media/image101.png"/><Relationship Id="rId32" Type="http://schemas.openxmlformats.org/officeDocument/2006/relationships/customXml" Target="../ink/ink49.xml"/><Relationship Id="rId31" Type="http://schemas.openxmlformats.org/officeDocument/2006/relationships/image" Target="../media/image100.png"/><Relationship Id="rId30" Type="http://schemas.openxmlformats.org/officeDocument/2006/relationships/customXml" Target="../ink/ink48.xml"/><Relationship Id="rId3" Type="http://schemas.openxmlformats.org/officeDocument/2006/relationships/image" Target="../media/image86.png"/><Relationship Id="rId29" Type="http://schemas.openxmlformats.org/officeDocument/2006/relationships/image" Target="../media/image99.png"/><Relationship Id="rId28" Type="http://schemas.openxmlformats.org/officeDocument/2006/relationships/customXml" Target="../ink/ink47.xml"/><Relationship Id="rId27" Type="http://schemas.openxmlformats.org/officeDocument/2006/relationships/image" Target="../media/image98.png"/><Relationship Id="rId26" Type="http://schemas.openxmlformats.org/officeDocument/2006/relationships/customXml" Target="../ink/ink46.xml"/><Relationship Id="rId25" Type="http://schemas.openxmlformats.org/officeDocument/2006/relationships/image" Target="../media/image97.png"/><Relationship Id="rId24" Type="http://schemas.openxmlformats.org/officeDocument/2006/relationships/customXml" Target="../ink/ink45.xml"/><Relationship Id="rId23" Type="http://schemas.openxmlformats.org/officeDocument/2006/relationships/image" Target="../media/image96.png"/><Relationship Id="rId22" Type="http://schemas.openxmlformats.org/officeDocument/2006/relationships/customXml" Target="../ink/ink44.xml"/><Relationship Id="rId21" Type="http://schemas.openxmlformats.org/officeDocument/2006/relationships/image" Target="../media/image95.png"/><Relationship Id="rId20" Type="http://schemas.openxmlformats.org/officeDocument/2006/relationships/customXml" Target="../ink/ink43.xml"/><Relationship Id="rId2" Type="http://schemas.openxmlformats.org/officeDocument/2006/relationships/image" Target="../media/image85.GIF"/><Relationship Id="rId19" Type="http://schemas.openxmlformats.org/officeDocument/2006/relationships/image" Target="../media/image94.png"/><Relationship Id="rId18" Type="http://schemas.openxmlformats.org/officeDocument/2006/relationships/customXml" Target="../ink/ink42.xml"/><Relationship Id="rId17" Type="http://schemas.openxmlformats.org/officeDocument/2006/relationships/image" Target="../media/image93.png"/><Relationship Id="rId16" Type="http://schemas.openxmlformats.org/officeDocument/2006/relationships/customXml" Target="../ink/ink41.xml"/><Relationship Id="rId15" Type="http://schemas.openxmlformats.org/officeDocument/2006/relationships/image" Target="../media/image92.png"/><Relationship Id="rId14" Type="http://schemas.openxmlformats.org/officeDocument/2006/relationships/customXml" Target="../ink/ink40.xml"/><Relationship Id="rId13" Type="http://schemas.openxmlformats.org/officeDocument/2006/relationships/image" Target="../media/image91.png"/><Relationship Id="rId12" Type="http://schemas.openxmlformats.org/officeDocument/2006/relationships/customXml" Target="../ink/ink39.xml"/><Relationship Id="rId11" Type="http://schemas.openxmlformats.org/officeDocument/2006/relationships/image" Target="../media/image90.png"/><Relationship Id="rId10" Type="http://schemas.openxmlformats.org/officeDocument/2006/relationships/customXml" Target="../ink/ink38.xml"/><Relationship Id="rId1" Type="http://schemas.openxmlformats.org/officeDocument/2006/relationships/image" Target="../media/image84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customXml" Target="../ink/ink64.xml"/><Relationship Id="rId4" Type="http://schemas.openxmlformats.org/officeDocument/2006/relationships/image" Target="../media/image117.png"/><Relationship Id="rId3" Type="http://schemas.openxmlformats.org/officeDocument/2006/relationships/customXml" Target="../ink/ink63.xml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0.png"/><Relationship Id="rId3" Type="http://schemas.openxmlformats.org/officeDocument/2006/relationships/customXml" Target="../ink/ink65.xml"/><Relationship Id="rId2" Type="http://schemas.openxmlformats.org/officeDocument/2006/relationships/image" Target="../media/image119.tiff"/><Relationship Id="rId1" Type="http://schemas.openxmlformats.org/officeDocument/2006/relationships/image" Target="../media/image8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3.GIF"/><Relationship Id="rId2" Type="http://schemas.openxmlformats.org/officeDocument/2006/relationships/image" Target="../media/image122.png"/><Relationship Id="rId1" Type="http://schemas.openxmlformats.org/officeDocument/2006/relationships/image" Target="../media/image121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7.png"/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image" Target="../media/image12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9.tif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1" Type="http://schemas.openxmlformats.org/officeDocument/2006/relationships/image" Target="../media/image131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6.png"/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image" Target="../media/image133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image" Target="../media/image13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7.png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image" Target="../media/image1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9.png"/><Relationship Id="rId1" Type="http://schemas.openxmlformats.org/officeDocument/2006/relationships/image" Target="../media/image148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3.emf"/><Relationship Id="rId3" Type="http://schemas.openxmlformats.org/officeDocument/2006/relationships/image" Target="../media/image152.emf"/><Relationship Id="rId2" Type="http://schemas.openxmlformats.org/officeDocument/2006/relationships/image" Target="../media/image151.emf"/><Relationship Id="rId1" Type="http://schemas.openxmlformats.org/officeDocument/2006/relationships/image" Target="../media/image15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4.tif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6.png"/><Relationship Id="rId1" Type="http://schemas.openxmlformats.org/officeDocument/2006/relationships/image" Target="../media/image155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8.png"/><Relationship Id="rId2" Type="http://schemas.openxmlformats.org/officeDocument/2006/relationships/image" Target="../media/image22.GIF"/><Relationship Id="rId1" Type="http://schemas.openxmlformats.org/officeDocument/2006/relationships/image" Target="../media/image15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5.png"/><Relationship Id="rId2" Type="http://schemas.openxmlformats.org/officeDocument/2006/relationships/image" Target="../media/image159.png"/><Relationship Id="rId1" Type="http://schemas.openxmlformats.org/officeDocument/2006/relationships/image" Target="../media/image15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0.GI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2.png"/><Relationship Id="rId1" Type="http://schemas.openxmlformats.org/officeDocument/2006/relationships/image" Target="../media/image16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Introduction to Deep Learning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</p:spPr>
        <p:txBody>
          <a:bodyPr/>
          <a:lstStyle>
            <a:lvl1pPr marL="0" indent="0" defTabSz="452755">
              <a:spcBef>
                <a:spcPts val="900"/>
              </a:spcBef>
              <a:buSzTx/>
              <a:buNone/>
              <a:defRPr sz="3960" b="1">
                <a:solidFill>
                  <a:srgbClr val="4D4D4C"/>
                </a:solidFill>
              </a:defRPr>
            </a:lvl1pPr>
          </a:lstStyle>
          <a:p>
            <a:r>
              <a:rPr lang="ja-JP" altLang="en-US"/>
              <a:t>动手学深度学习</a:t>
            </a:r>
            <a:endParaRPr dirty="0"/>
          </a:p>
        </p:txBody>
      </p:sp>
      <p:sp>
        <p:nvSpPr>
          <p:cNvPr id="149" name="3. Gradient and Auto Differentiation"/>
          <p:cNvSpPr>
            <a:spLocks noGrp="1"/>
          </p:cNvSpPr>
          <p:nvPr>
            <p:ph type="body" idx="15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None/>
              <a:defRPr b="1">
                <a:solidFill>
                  <a:srgbClr val="4D4D4C"/>
                </a:solidFill>
              </a:defRPr>
            </a:lvl1pPr>
          </a:lstStyle>
          <a:p>
            <a:r>
              <a:rPr lang="en-US" altLang="ja-JP" sz="1800" dirty="0"/>
              <a:t>11.</a:t>
            </a:r>
            <a:r>
              <a:rPr lang="ja-JP" altLang="en-US" sz="1800"/>
              <a:t>卷积和池化层</a:t>
            </a:r>
            <a:endParaRPr lang="ja-JP" altLang="en-US" sz="1800" dirty="0"/>
          </a:p>
        </p:txBody>
      </p:sp>
      <p:sp>
        <p:nvSpPr>
          <p:cNvPr id="7" name="Rectangle"/>
          <p:cNvSpPr>
            <a:spLocks noGrp="1"/>
          </p:cNvSpPr>
          <p:nvPr>
            <p:ph type="body" idx="13"/>
          </p:nvPr>
        </p:nvSpPr>
        <p:spPr>
          <a:xfrm>
            <a:off x="487898" y="3430138"/>
            <a:ext cx="7128960" cy="129071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r>
              <a:rPr lang="ja-JP" altLang="en-US" sz="1600"/>
              <a:t>中文教材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1"/>
              </a:rPr>
              <a:t>z</a:t>
            </a:r>
            <a:r>
              <a:rPr lang="en-US" sz="1600" dirty="0">
                <a:hlinkClick r:id="rId1"/>
              </a:rPr>
              <a:t>h</a:t>
            </a:r>
            <a:r>
              <a:rPr lang="en-US" altLang="zh-CN" sz="1600" dirty="0">
                <a:hlinkClick r:id="rId1"/>
              </a:rPr>
              <a:t>.d2l.ai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r>
              <a:rPr lang="ja-JP" altLang="en-US" sz="1600"/>
              <a:t>英文教材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2"/>
              </a:rPr>
              <a:t>www.d2l.ai</a:t>
            </a:r>
            <a:endParaRPr lang="en-US" altLang="zh-CN" sz="1600" dirty="0"/>
          </a:p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r>
              <a:rPr lang="ja-JP" altLang="en-US" sz="1600"/>
              <a:t>教学视频</a:t>
            </a:r>
            <a:r>
              <a:rPr lang="zh-CN" altLang="en-US" sz="1600" dirty="0"/>
              <a:t>：</a:t>
            </a:r>
            <a:r>
              <a:rPr lang="en-US" sz="1600" b="1" dirty="0">
                <a:hlinkClick r:id="rId3"/>
              </a:rPr>
              <a:t>https://courses.d2l.ai/berkeley-stat-157/units/convnet.html</a:t>
            </a:r>
            <a:endParaRPr lang="en-US" altLang="zh-CN" sz="1600" dirty="0"/>
          </a:p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endParaRPr sz="16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Out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概要</a:t>
            </a:r>
            <a:endParaRPr dirty="0"/>
          </a:p>
        </p:txBody>
      </p:sp>
      <p:sp>
        <p:nvSpPr>
          <p:cNvPr id="192" name="Single Layer Perceptr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ja-JP" altLang="en-US"/>
              <a:t>卷积</a:t>
            </a:r>
            <a:endParaRPr lang="en-US" altLang="ja-JP" dirty="0"/>
          </a:p>
          <a:p>
            <a:pPr lvl="1"/>
            <a:r>
              <a:rPr lang="ja-JP" altLang="en-US"/>
              <a:t>平移不变性和局部性 </a:t>
            </a:r>
            <a:endParaRPr lang="en-US" altLang="ja-JP" dirty="0"/>
          </a:p>
          <a:p>
            <a:pPr lvl="1"/>
            <a:r>
              <a:rPr lang="ja-JP" altLang="en-US"/>
              <a:t>卷积层</a:t>
            </a:r>
            <a:endParaRPr lang="ja-JP" altLang="en-US"/>
          </a:p>
          <a:p>
            <a:pPr lvl="1"/>
            <a:r>
              <a:rPr lang="ja-JP" altLang="en-US"/>
              <a:t>填充和步幅</a:t>
            </a:r>
            <a:endParaRPr lang="ja-JP" altLang="en-US"/>
          </a:p>
          <a:p>
            <a:r>
              <a:rPr lang="ja-JP" altLang="en-US"/>
              <a:t>多个输入和输出通道</a:t>
            </a:r>
            <a:endParaRPr lang="en-US" altLang="ja-JP" dirty="0"/>
          </a:p>
          <a:p>
            <a:r>
              <a:rPr lang="ja-JP" altLang="en-US"/>
              <a:t>池化</a:t>
            </a:r>
            <a:endParaRPr lang="ja-JP" altLang="en-US"/>
          </a:p>
          <a:p>
            <a:pPr>
              <a:defRPr b="1"/>
            </a:pP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Screen Shot 2019-02-15 at 9.56.37 AM.png" descr="Screen Shot 2019-02-15 at 9.56.37 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378522"/>
            <a:ext cx="9170292" cy="65942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0" name="Convolutions"/>
          <p:cNvSpPr txBox="1"/>
          <p:nvPr/>
        </p:nvSpPr>
        <p:spPr>
          <a:xfrm>
            <a:off x="2277695" y="-378522"/>
            <a:ext cx="4761608" cy="264687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5100" b="1">
                <a:solidFill>
                  <a:srgbClr val="FFFFFF"/>
                </a:solidFill>
              </a:defRPr>
            </a:lvl1pPr>
          </a:lstStyle>
          <a:p>
            <a:r>
              <a:rPr lang="ja-JP" altLang="en-US" sz="16600">
                <a:latin typeface="American Typewriter" panose="02090604020004020304" pitchFamily="18" charset="77"/>
              </a:rPr>
              <a:t>卷积</a:t>
            </a:r>
            <a:endParaRPr dirty="0">
              <a:latin typeface="American Typewriter" panose="02090604020004020304" pitchFamily="18" charset="77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lassifying Dogs and Cats in Imag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分类图像中的狗和猫</a:t>
            </a:r>
            <a:endParaRPr dirty="0"/>
          </a:p>
        </p:txBody>
      </p:sp>
      <p:sp>
        <p:nvSpPr>
          <p:cNvPr id="193" name="Use a good camera…"/>
          <p:cNvSpPr txBox="1">
            <a:spLocks noGrp="1"/>
          </p:cNvSpPr>
          <p:nvPr>
            <p:ph type="body" sz="half" idx="1"/>
          </p:nvPr>
        </p:nvSpPr>
        <p:spPr>
          <a:xfrm>
            <a:off x="340592" y="1009331"/>
            <a:ext cx="4381533" cy="355392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ja-JP" altLang="en-US"/>
              <a:t>使用好的相机</a:t>
            </a:r>
            <a:endParaRPr lang="ja-JP" altLang="en-US"/>
          </a:p>
          <a:p>
            <a:r>
              <a:rPr lang="en-US" dirty="0"/>
              <a:t>RGB</a:t>
            </a:r>
            <a:r>
              <a:rPr lang="ja-JP" altLang="en-US"/>
              <a:t>图像具有</a:t>
            </a:r>
            <a:r>
              <a:rPr lang="zh-CN" altLang="en-US" dirty="0"/>
              <a:t> </a:t>
            </a:r>
            <a:r>
              <a:rPr lang="en-US" altLang="ja-JP" dirty="0"/>
              <a:t>36</a:t>
            </a:r>
            <a:r>
              <a:rPr lang="en-US" dirty="0"/>
              <a:t>M</a:t>
            </a:r>
            <a:r>
              <a:rPr lang="zh-CN" altLang="en-US" dirty="0"/>
              <a:t> </a:t>
            </a:r>
            <a:r>
              <a:rPr lang="ja-JP" altLang="en-US"/>
              <a:t>个元素</a:t>
            </a:r>
            <a:endParaRPr lang="ja-JP" altLang="en-US"/>
          </a:p>
          <a:p>
            <a:r>
              <a:rPr lang="ja-JP" altLang="en-US"/>
              <a:t>使用</a:t>
            </a:r>
            <a:r>
              <a:rPr lang="zh-CN" altLang="en-US" dirty="0"/>
              <a:t> </a:t>
            </a:r>
            <a:r>
              <a:rPr lang="en-US" altLang="ja-JP" dirty="0"/>
              <a:t>100</a:t>
            </a:r>
            <a:r>
              <a:rPr lang="zh-CN" altLang="en-US" dirty="0"/>
              <a:t> </a:t>
            </a:r>
            <a:r>
              <a:rPr lang="ja-JP" altLang="en-US"/>
              <a:t>个神经元单隐含层的</a:t>
            </a:r>
            <a:r>
              <a:rPr lang="zh-CN" altLang="en-US" dirty="0"/>
              <a:t> </a:t>
            </a:r>
            <a:r>
              <a:rPr lang="en-US" dirty="0"/>
              <a:t>MLP</a:t>
            </a:r>
            <a:r>
              <a:rPr lang="zh-CN" altLang="en-US" dirty="0"/>
              <a:t> </a:t>
            </a:r>
            <a:r>
              <a:rPr lang="ja-JP" altLang="en-US"/>
              <a:t>模型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ja-JP" altLang="en-US"/>
              <a:t>有</a:t>
            </a:r>
            <a:r>
              <a:rPr lang="zh-CN" altLang="en-US" dirty="0"/>
              <a:t> </a:t>
            </a:r>
            <a:r>
              <a:rPr lang="en-US" altLang="ja-JP" dirty="0"/>
              <a:t>36</a:t>
            </a:r>
            <a:r>
              <a:rPr lang="zh-CN" altLang="en-US" dirty="0"/>
              <a:t> </a:t>
            </a:r>
            <a:r>
              <a:rPr lang="ja-JP" altLang="en-US"/>
              <a:t>亿个参数</a:t>
            </a:r>
            <a:endParaRPr lang="ja-JP" altLang="en-US"/>
          </a:p>
          <a:p>
            <a:pPr lvl="1"/>
            <a:r>
              <a:rPr lang="ja-JP" altLang="en-US"/>
              <a:t>超过地球上的狗和猫的数量（</a:t>
            </a:r>
            <a:r>
              <a:rPr lang="en-US" altLang="ja-JP" dirty="0"/>
              <a:t>900</a:t>
            </a:r>
            <a:r>
              <a:rPr lang="en-US" dirty="0"/>
              <a:t>M</a:t>
            </a:r>
            <a:r>
              <a:rPr lang="zh-CN" altLang="en-US" dirty="0"/>
              <a:t> </a:t>
            </a:r>
            <a:r>
              <a:rPr lang="ja-JP" altLang="en-US"/>
              <a:t>狗</a:t>
            </a:r>
            <a:r>
              <a:rPr lang="en-US" altLang="ja-JP" dirty="0"/>
              <a:t>+ 600</a:t>
            </a:r>
            <a:r>
              <a:rPr lang="en-US" dirty="0"/>
              <a:t>M</a:t>
            </a:r>
            <a:r>
              <a:rPr lang="zh-CN" altLang="en-US" dirty="0"/>
              <a:t> </a:t>
            </a:r>
            <a:r>
              <a:rPr lang="ja-JP" altLang="en-US"/>
              <a:t>猫）</a:t>
            </a:r>
            <a:endParaRPr lang="en-US" dirty="0"/>
          </a:p>
        </p:txBody>
      </p:sp>
      <p:pic>
        <p:nvPicPr>
          <p:cNvPr id="194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901" y="1525734"/>
            <a:ext cx="1552230" cy="130920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301" y="1114472"/>
            <a:ext cx="1552230" cy="21317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901" y="3262014"/>
            <a:ext cx="1524001" cy="1673553"/>
          </a:xfrm>
          <a:prstGeom prst="rect">
            <a:avLst/>
          </a:prstGeom>
          <a:ln w="12700">
            <a:miter lim="400000"/>
            <a:headEnd/>
            <a:tailEnd/>
          </a:ln>
          <a:effectLst>
            <a:reflection stA="50000" endPos="40000" dir="5400000" sy="-100000" algn="bl" rotWithShape="0"/>
          </a:effectLst>
        </p:spPr>
      </p:pic>
      <p:pic>
        <p:nvPicPr>
          <p:cNvPr id="19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196" y="3699995"/>
            <a:ext cx="1524001" cy="1137139"/>
          </a:xfrm>
          <a:prstGeom prst="rect">
            <a:avLst/>
          </a:prstGeom>
          <a:ln w="12700">
            <a:miter lim="400000"/>
            <a:headEnd/>
            <a:tailEnd/>
          </a:ln>
          <a:effectLst>
            <a:reflection stA="50000" endPos="40000" dir="5400000" sy="-100000" algn="bl" rotWithShape="0"/>
          </a:effectLst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Flashback - Network with one hidden lay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单隐含层网络</a:t>
            </a:r>
            <a:endParaRPr dirty="0"/>
          </a:p>
        </p:txBody>
      </p:sp>
      <p:pic>
        <p:nvPicPr>
          <p:cNvPr id="200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6540" y="901700"/>
            <a:ext cx="6146801" cy="33401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1" name="36M features"/>
          <p:cNvSpPr txBox="1"/>
          <p:nvPr/>
        </p:nvSpPr>
        <p:spPr>
          <a:xfrm>
            <a:off x="701996" y="3638082"/>
            <a:ext cx="1066957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dirty="0"/>
              <a:t>36M </a:t>
            </a:r>
            <a:r>
              <a:rPr lang="ja-JP" altLang="en-US"/>
              <a:t>特征</a:t>
            </a:r>
            <a:endParaRPr dirty="0"/>
          </a:p>
        </p:txBody>
      </p:sp>
      <p:sp>
        <p:nvSpPr>
          <p:cNvPr id="202" name="100 neurons"/>
          <p:cNvSpPr txBox="1"/>
          <p:nvPr/>
        </p:nvSpPr>
        <p:spPr>
          <a:xfrm>
            <a:off x="701996" y="2332919"/>
            <a:ext cx="1490150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dirty="0"/>
              <a:t>100</a:t>
            </a:r>
            <a:r>
              <a:rPr lang="zh-CN" altLang="en-US"/>
              <a:t>个</a:t>
            </a:r>
            <a:r>
              <a:t> </a:t>
            </a:r>
            <a:r>
              <a:rPr lang="ja-JP" altLang="en-US"/>
              <a:t>神经元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Equation"/>
              <p:cNvSpPr txBox="1"/>
              <p:nvPr/>
            </p:nvSpPr>
            <p:spPr>
              <a:xfrm>
                <a:off x="5258661" y="4482822"/>
                <a:ext cx="1920971" cy="26030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𝐡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𝐖𝐱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20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661" y="4482822"/>
                <a:ext cx="1920971" cy="260301"/>
              </a:xfrm>
              <a:prstGeom prst="rect">
                <a:avLst/>
              </a:prstGeom>
              <a:blipFill rotWithShape="1">
                <a:blip r:embed="rId2"/>
                <a:stretch>
                  <a:fillRect l="-12" t="-137" r="-30494" b="-4037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3.6B parameters = 14GB"/>
          <p:cNvSpPr txBox="1"/>
          <p:nvPr/>
        </p:nvSpPr>
        <p:spPr>
          <a:xfrm>
            <a:off x="701996" y="2985500"/>
            <a:ext cx="1971050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2600"/>
                </a:solidFill>
              </a:defRPr>
            </a:lvl1pPr>
          </a:lstStyle>
          <a:p>
            <a:r>
              <a:rPr dirty="0"/>
              <a:t>3.6B </a:t>
            </a:r>
            <a:r>
              <a:rPr lang="ja-JP" altLang="en-US"/>
              <a:t>参数</a:t>
            </a:r>
            <a:r>
              <a:rPr dirty="0"/>
              <a:t> = 14GB</a:t>
            </a:r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249" y="1832091"/>
            <a:ext cx="1479318" cy="147931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Where is Waldo?"/>
          <p:cNvSpPr txBox="1"/>
          <p:nvPr/>
        </p:nvSpPr>
        <p:spPr>
          <a:xfrm>
            <a:off x="197893" y="771856"/>
            <a:ext cx="1725981" cy="43088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dirty="0"/>
              <a:t>Waldo</a:t>
            </a:r>
            <a:r>
              <a:rPr lang="zh-CN" altLang="en-US" dirty="0"/>
              <a:t> </a:t>
            </a:r>
            <a:r>
              <a:rPr lang="ja-JP" altLang="en-US"/>
              <a:t>在哪</a:t>
            </a:r>
            <a:r>
              <a:rPr dirty="0"/>
              <a:t>?</a:t>
            </a:r>
            <a:endParaRPr dirty="0"/>
          </a:p>
        </p:txBody>
      </p:sp>
      <p:pic>
        <p:nvPicPr>
          <p:cNvPr id="208" name="Screen Shot 2019-02-15 at 9.56.37 AM.png" descr="Screen Shot 2019-02-15 at 9.56.37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315" y="0"/>
            <a:ext cx="7152831" cy="51435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ranslation Invariance…"/>
          <p:cNvSpPr txBox="1">
            <a:spLocks noGrp="1"/>
          </p:cNvSpPr>
          <p:nvPr>
            <p:ph type="body" sz="half" idx="1"/>
          </p:nvPr>
        </p:nvSpPr>
        <p:spPr>
          <a:xfrm>
            <a:off x="352450" y="1672289"/>
            <a:ext cx="3094591" cy="1302924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平移不变性</a:t>
            </a:r>
            <a:endParaRPr lang="ja-JP" altLang="en-US"/>
          </a:p>
          <a:p>
            <a:r>
              <a:rPr lang="ja-JP" altLang="en-US"/>
              <a:t>局部性</a:t>
            </a:r>
            <a:r>
              <a:rPr dirty="0"/>
              <a:t> </a:t>
            </a:r>
            <a:endParaRPr dirty="0"/>
          </a:p>
        </p:txBody>
      </p:sp>
      <p:sp>
        <p:nvSpPr>
          <p:cNvPr id="211" name="Two Principles"/>
          <p:cNvSpPr txBox="1">
            <a:spLocks noGrp="1"/>
          </p:cNvSpPr>
          <p:nvPr>
            <p:ph type="title"/>
          </p:nvPr>
        </p:nvSpPr>
        <p:spPr>
          <a:xfrm>
            <a:off x="262470" y="992437"/>
            <a:ext cx="8205305" cy="54574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两个原则</a:t>
            </a:r>
            <a:endParaRPr dirty="0"/>
          </a:p>
        </p:txBody>
      </p:sp>
      <p:pic>
        <p:nvPicPr>
          <p:cNvPr id="212" name="Screen Shot 2019-02-15 at 9.57.20 AM.png" descr="Screen Shot 2019-02-15 at 9.57.20 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0601" y="-1"/>
            <a:ext cx="6446138" cy="51435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thinking Dense Lay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重新思考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稠密</a:t>
            </a:r>
            <a:r>
              <a:rPr lang="ja-JP" altLang="en-US"/>
              <a:t>层</a:t>
            </a:r>
            <a:endParaRPr dirty="0"/>
          </a:p>
        </p:txBody>
      </p:sp>
      <p:sp>
        <p:nvSpPr>
          <p:cNvPr id="215" name="Reshape inputs and output into matrix (width, height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将输入和输出</a:t>
            </a:r>
            <a:r>
              <a:rPr lang="zh-CN" altLang="en-US" dirty="0"/>
              <a:t>变形</a:t>
            </a:r>
            <a:r>
              <a:rPr lang="ja-JP" altLang="en-US"/>
              <a:t>为矩阵（宽度，高度）</a:t>
            </a:r>
            <a:endParaRPr lang="ja-JP" altLang="en-US"/>
          </a:p>
          <a:p>
            <a:r>
              <a:rPr lang="ja-JP" altLang="en-US"/>
              <a:t>将权重</a:t>
            </a:r>
            <a:r>
              <a:rPr lang="zh-CN" altLang="en-US" dirty="0"/>
              <a:t>变形</a:t>
            </a:r>
            <a:r>
              <a:rPr lang="ja-JP" altLang="en-US"/>
              <a:t>为</a:t>
            </a:r>
            <a:r>
              <a:rPr lang="en-US" altLang="ja-JP" dirty="0"/>
              <a:t>4-</a:t>
            </a:r>
            <a:r>
              <a:rPr lang="en-US" dirty="0"/>
              <a:t>D</a:t>
            </a:r>
            <a:r>
              <a:rPr lang="ja-JP" altLang="en-US"/>
              <a:t>张量（</a:t>
            </a:r>
            <a:r>
              <a:rPr lang="en-US" dirty="0"/>
              <a:t>h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dirty="0"/>
              <a:t>w）</a:t>
            </a:r>
            <a:r>
              <a:rPr lang="ja-JP" altLang="en-US"/>
              <a:t>到（</a:t>
            </a:r>
            <a:r>
              <a:rPr lang="en-US" dirty="0"/>
              <a:t>h’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dirty="0"/>
              <a:t>w</a:t>
            </a:r>
            <a:r>
              <a:rPr lang="en-US" altLang="zh-CN" dirty="0"/>
              <a:t>’</a:t>
            </a:r>
            <a:r>
              <a:rPr lang="en-US" dirty="0"/>
              <a:t>）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</a:t>
            </a:r>
            <a:r>
              <a:rPr lang="zh-CN" altLang="en-US" dirty="0"/>
              <a:t>是</a:t>
            </a:r>
            <a:r>
              <a:rPr lang="en-US" altLang="zh-CN" dirty="0"/>
              <a:t>W</a:t>
            </a:r>
            <a:r>
              <a:rPr lang="zh-CN" altLang="en-US" dirty="0"/>
              <a:t>的</a:t>
            </a:r>
            <a:r>
              <a:rPr lang="ja-JP" altLang="en-US"/>
              <a:t>重索引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6" name="Equation"/>
              <p:cNvSpPr txBox="1"/>
              <p:nvPr/>
            </p:nvSpPr>
            <p:spPr>
              <a:xfrm>
                <a:off x="1660701" y="2133253"/>
                <a:ext cx="5565086" cy="87699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lim>
                      </m:limLow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sz="3000" dirty="0"/>
              </a:p>
            </p:txBody>
          </p:sp>
        </mc:Choice>
        <mc:Fallback>
          <p:sp>
            <p:nvSpPr>
              <p:cNvPr id="21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701" y="2133253"/>
                <a:ext cx="5565086" cy="876994"/>
              </a:xfrm>
              <a:prstGeom prst="rect">
                <a:avLst/>
              </a:prstGeom>
              <a:blipFill rotWithShape="1">
                <a:blip r:embed="rId1"/>
                <a:stretch>
                  <a:fillRect l="-3" t="-33" r="-33887" b="4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Equation"/>
              <p:cNvSpPr txBox="1"/>
              <p:nvPr/>
            </p:nvSpPr>
            <p:spPr>
              <a:xfrm>
                <a:off x="2770279" y="3958154"/>
                <a:ext cx="2863580" cy="34084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sz="3200"/>
              </a:p>
            </p:txBody>
          </p:sp>
        </mc:Choice>
        <mc:Fallback>
          <p:sp>
            <p:nvSpPr>
              <p:cNvPr id="21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279" y="3958154"/>
                <a:ext cx="2863580" cy="340841"/>
              </a:xfrm>
              <a:prstGeom prst="rect">
                <a:avLst/>
              </a:prstGeom>
              <a:blipFill rotWithShape="1">
                <a:blip r:embed="rId2"/>
                <a:stretch>
                  <a:fillRect l="-14" t="-58" r="-49556" b="-5327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5" name="Picture 1" descr="page2image2183646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32400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Idea #1 - Translation Invaria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ja-JP" altLang="en-US"/>
              <a:t>原则</a:t>
            </a:r>
            <a:r>
              <a:rPr dirty="0"/>
              <a:t> #1 - </a:t>
            </a:r>
            <a:r>
              <a:rPr lang="ja-JP" altLang="en-US"/>
              <a:t>平移不变性</a:t>
            </a:r>
            <a:br>
              <a:rPr lang="ja-JP" altLang="en-US"/>
            </a:br>
            <a:endParaRPr dirty="0"/>
          </a:p>
        </p:txBody>
      </p:sp>
      <p:sp>
        <p:nvSpPr>
          <p:cNvPr id="220" name="A shift in x also leads to a shift in h…"/>
          <p:cNvSpPr txBox="1">
            <a:spLocks noGrp="1"/>
          </p:cNvSpPr>
          <p:nvPr>
            <p:ph type="body" idx="1"/>
          </p:nvPr>
        </p:nvSpPr>
        <p:spPr>
          <a:xfrm>
            <a:off x="340592" y="2045018"/>
            <a:ext cx="8205304" cy="251824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x</a:t>
            </a:r>
            <a:r>
              <a:rPr lang="zh-CN" altLang="en-US" dirty="0"/>
              <a:t> </a:t>
            </a:r>
            <a:r>
              <a:rPr lang="ja-JP" altLang="en-US"/>
              <a:t>的变化也导致</a:t>
            </a:r>
            <a:r>
              <a:rPr lang="zh-CN" altLang="en-US" dirty="0"/>
              <a:t> </a:t>
            </a:r>
            <a:r>
              <a:rPr lang="en-US" dirty="0"/>
              <a:t>h</a:t>
            </a:r>
            <a:r>
              <a:rPr lang="zh-CN" altLang="en-US" dirty="0"/>
              <a:t> </a:t>
            </a:r>
            <a:r>
              <a:rPr lang="ja-JP" altLang="en-US"/>
              <a:t>的变化</a:t>
            </a:r>
            <a:endParaRPr lang="ja-JP" altLang="en-US"/>
          </a:p>
          <a:p>
            <a:r>
              <a:rPr lang="en-US" dirty="0"/>
              <a:t>V</a:t>
            </a:r>
            <a:r>
              <a:rPr lang="zh-CN" altLang="en-US" dirty="0"/>
              <a:t> </a:t>
            </a:r>
            <a:r>
              <a:rPr lang="ja-JP" altLang="en-US"/>
              <a:t>不应该依赖于（</a:t>
            </a:r>
            <a:r>
              <a:rPr lang="en-US" dirty="0" err="1"/>
              <a:t>i，j</a:t>
            </a:r>
            <a:r>
              <a:rPr lang="en-US" dirty="0"/>
              <a:t>）</a:t>
            </a:r>
            <a:r>
              <a:rPr lang="zh-CN" altLang="en-US" dirty="0"/>
              <a:t>，</a:t>
            </a:r>
            <a:r>
              <a:rPr lang="ja-JP" altLang="en-US"/>
              <a:t>所以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Equation"/>
              <p:cNvSpPr txBox="1"/>
              <p:nvPr/>
            </p:nvSpPr>
            <p:spPr>
              <a:xfrm>
                <a:off x="4826490" y="2406233"/>
                <a:ext cx="1637295" cy="29823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22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490" y="2406233"/>
                <a:ext cx="1637295" cy="298236"/>
              </a:xfrm>
              <a:prstGeom prst="rect">
                <a:avLst/>
              </a:prstGeom>
              <a:blipFill rotWithShape="1">
                <a:blip r:embed="rId1"/>
                <a:stretch>
                  <a:fillRect l="-30" t="-73" r="-53126" b="-5301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2" name="Equation"/>
              <p:cNvSpPr txBox="1"/>
              <p:nvPr/>
            </p:nvSpPr>
            <p:spPr>
              <a:xfrm>
                <a:off x="2935901" y="3111451"/>
                <a:ext cx="2977025" cy="87699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sz="3000"/>
              </a:p>
            </p:txBody>
          </p:sp>
        </mc:Choice>
        <mc:Fallback>
          <p:sp>
            <p:nvSpPr>
              <p:cNvPr id="22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901" y="3111451"/>
                <a:ext cx="2977025" cy="876994"/>
              </a:xfrm>
              <a:prstGeom prst="rect">
                <a:avLst/>
              </a:prstGeom>
              <a:blipFill rotWithShape="1">
                <a:blip r:embed="rId2"/>
                <a:stretch>
                  <a:fillRect l="-10" t="-67" r="-36012" b="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Equation"/>
              <p:cNvSpPr txBox="1"/>
              <p:nvPr/>
            </p:nvSpPr>
            <p:spPr>
              <a:xfrm>
                <a:off x="2930052" y="914351"/>
                <a:ext cx="3283896" cy="87699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sz="3000"/>
              </a:p>
            </p:txBody>
          </p:sp>
        </mc:Choice>
        <mc:Fallback>
          <p:sp>
            <p:nvSpPr>
              <p:cNvPr id="22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052" y="914351"/>
                <a:ext cx="3283896" cy="876994"/>
              </a:xfrm>
              <a:prstGeom prst="rect">
                <a:avLst/>
              </a:prstGeom>
              <a:blipFill rotWithShape="1">
                <a:blip r:embed="rId3"/>
                <a:stretch>
                  <a:fillRect l="-5" t="-67" r="-38350" b="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Idea #2 - Local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原则</a:t>
            </a:r>
            <a:r>
              <a:rPr dirty="0"/>
              <a:t> #2 -</a:t>
            </a:r>
            <a:r>
              <a:rPr lang="zh-CN" altLang="en-US" dirty="0"/>
              <a:t> </a:t>
            </a:r>
            <a:r>
              <a:rPr lang="ja-JP" altLang="en-US"/>
              <a:t>局部性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We shouldn’t look very far from x(i,j) in order to assess what’s going on at h(i,j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40592" y="1897903"/>
                <a:ext cx="8205304" cy="2665356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ja-JP" altLang="en-US"/>
                  <a:t>当评估</a:t>
                </a:r>
                <a:r>
                  <a:rPr lang="zh-CN" altLang="en-US" dirty="0"/>
                  <a:t> </a:t>
                </a:r>
                <a:r>
                  <a:rPr lang="en-US" dirty="0"/>
                  <a:t>h(</a:t>
                </a:r>
                <a:r>
                  <a:rPr lang="en-US" dirty="0" err="1"/>
                  <a:t>i,j</a:t>
                </a:r>
                <a:r>
                  <a:rPr lang="en-US" dirty="0"/>
                  <a:t>)</a:t>
                </a:r>
                <a:r>
                  <a:rPr lang="zh-CN" altLang="en-US" dirty="0"/>
                  <a:t> </a:t>
                </a:r>
                <a:r>
                  <a:rPr lang="ja-JP" altLang="en-US"/>
                  <a:t>时</a:t>
                </a:r>
                <a:r>
                  <a:rPr lang="zh-CN" altLang="en-US" dirty="0"/>
                  <a:t>，</a:t>
                </a:r>
                <a:r>
                  <a:rPr lang="ja-JP" altLang="en-US"/>
                  <a:t>我们不应该用远离</a:t>
                </a:r>
                <a:r>
                  <a:rPr lang="zh-CN" altLang="en-US" dirty="0"/>
                  <a:t> </a:t>
                </a:r>
                <a:r>
                  <a:rPr lang="en-US" dirty="0"/>
                  <a:t>x(</a:t>
                </a:r>
                <a:r>
                  <a:rPr lang="en-US" dirty="0" err="1"/>
                  <a:t>i</a:t>
                </a:r>
                <a:r>
                  <a:rPr lang="en-US" dirty="0"/>
                  <a:t>,</a:t>
                </a:r>
                <a:r>
                  <a:rPr lang="zh-CN" altLang="en-US" dirty="0"/>
                  <a:t> </a:t>
                </a:r>
                <a:r>
                  <a:rPr lang="en-US" dirty="0"/>
                  <a:t>j)</a:t>
                </a:r>
                <a:r>
                  <a:rPr lang="zh-CN" altLang="en-US" dirty="0"/>
                  <a:t> </a:t>
                </a:r>
                <a:r>
                  <a:rPr lang="ja-JP" altLang="en-US"/>
                  <a:t>的参数</a:t>
                </a:r>
                <a:endParaRPr lang="en-US" dirty="0"/>
              </a:p>
              <a:p>
                <a:r>
                  <a:rPr lang="ja-JP" altLang="en-US"/>
                  <a:t>外部参数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|,|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|&gt;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ja-JP" altLang="en-US"/>
                  <a:t>消失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29" name="We shouldn’t look very far from x(i,j) in order to assess what’s going on at h(i,j)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0592" y="1897903"/>
                <a:ext cx="8205304" cy="2665356"/>
              </a:xfrm>
              <a:prstGeom prst="rect">
                <a:avLst/>
              </a:prstGeom>
              <a:blipFill rotWithShape="1">
                <a:blip r:embed="rId1"/>
                <a:stretch>
                  <a:fillRect l="-3" t="-20" r="1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Equation"/>
              <p:cNvSpPr txBox="1"/>
              <p:nvPr/>
            </p:nvSpPr>
            <p:spPr>
              <a:xfrm>
                <a:off x="2838699" y="1000638"/>
                <a:ext cx="2977026" cy="87699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sz="3000"/>
              </a:p>
            </p:txBody>
          </p:sp>
        </mc:Choice>
        <mc:Fallback>
          <p:sp>
            <p:nvSpPr>
              <p:cNvPr id="23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699" y="1000638"/>
                <a:ext cx="2977026" cy="876994"/>
              </a:xfrm>
              <a:prstGeom prst="rect">
                <a:avLst/>
              </a:prstGeom>
              <a:blipFill rotWithShape="1">
                <a:blip r:embed="rId2"/>
                <a:stretch>
                  <a:fillRect l="-8" t="-58" r="-36013" b="6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" name="Equation"/>
          <p:cNvSpPr txBox="1"/>
          <p:nvPr/>
        </p:nvSpPr>
        <p:spPr>
          <a:xfrm>
            <a:off x="2703074" y="2808787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232" name="Equation"/>
          <p:cNvSpPr txBox="1"/>
          <p:nvPr/>
        </p:nvSpPr>
        <p:spPr>
          <a:xfrm>
            <a:off x="7075659" y="2786412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Equation"/>
              <p:cNvSpPr txBox="1"/>
              <p:nvPr/>
            </p:nvSpPr>
            <p:spPr>
              <a:xfrm>
                <a:off x="2838699" y="3048887"/>
                <a:ext cx="3950868" cy="108568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m:rPr>
                                  <m:sty m:val="p"/>
                                </m:rP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sty m:val="p"/>
                            </m:r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lim>
                      </m:limUpp>
                      <m:limUpp>
                        <m:limUpp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m:rPr>
                                  <m:sty m:val="p"/>
                                </m:rP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sty m:val="p"/>
                            </m:r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lim>
                      </m:limUpp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sz="3000" dirty="0"/>
              </a:p>
            </p:txBody>
          </p:sp>
        </mc:Choice>
        <mc:Fallback>
          <p:sp>
            <p:nvSpPr>
              <p:cNvPr id="23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699" y="3048887"/>
                <a:ext cx="3950868" cy="1085683"/>
              </a:xfrm>
              <a:prstGeom prst="rect">
                <a:avLst/>
              </a:prstGeom>
              <a:blipFill rotWithShape="1">
                <a:blip r:embed="rId3"/>
                <a:stretch>
                  <a:fillRect l="-6" t="-23" r="-33186" b="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onvolu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卷积层</a:t>
            </a:r>
            <a:endParaRPr dirty="0"/>
          </a:p>
        </p:txBody>
      </p:sp>
      <p:pic>
        <p:nvPicPr>
          <p:cNvPr id="236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9982" y="510603"/>
            <a:ext cx="5496392" cy="412229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2-D Cross Correl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二维交叉相关</a:t>
            </a:r>
            <a:endParaRPr dirty="0"/>
          </a:p>
        </p:txBody>
      </p:sp>
      <p:pic>
        <p:nvPicPr>
          <p:cNvPr id="239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478" y="814618"/>
            <a:ext cx="5371962" cy="21387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40" name="no_padding_no_strides.gif" descr="no_padding_no_strides.gif"/>
          <p:cNvPicPr/>
          <p:nvPr/>
        </p:nvPicPr>
        <p:blipFill>
          <a:blip r:embed="rId2"/>
          <a:stretch>
            <a:fillRect/>
          </a:stretch>
        </p:blipFill>
        <p:spPr>
          <a:xfrm>
            <a:off x="5911273" y="823959"/>
            <a:ext cx="3293137" cy="349558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1" name="(vdumoulin@ Github)"/>
          <p:cNvSpPr txBox="1"/>
          <p:nvPr/>
        </p:nvSpPr>
        <p:spPr>
          <a:xfrm>
            <a:off x="6784661" y="4190499"/>
            <a:ext cx="1546360" cy="26425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r>
              <a:t>(vdumoulin@ Github)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2" name="Equation"/>
              <p:cNvSpPr txBox="1"/>
              <p:nvPr/>
            </p:nvSpPr>
            <p:spPr>
              <a:xfrm>
                <a:off x="1103339" y="3256427"/>
                <a:ext cx="3957050" cy="131429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19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37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43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sz="2200"/>
              </a:p>
            </p:txBody>
          </p:sp>
        </mc:Choice>
        <mc:Fallback>
          <p:sp>
            <p:nvSpPr>
              <p:cNvPr id="24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339" y="3256427"/>
                <a:ext cx="3957050" cy="1314298"/>
              </a:xfrm>
              <a:prstGeom prst="rect">
                <a:avLst/>
              </a:prstGeom>
              <a:blipFill rotWithShape="1">
                <a:blip r:embed="rId3"/>
                <a:stretch>
                  <a:fillRect l="-9" t="-11" r="-16254" b="4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" name="墨迹 1"/>
              <p14:cNvContentPartPr/>
              <p14:nvPr/>
            </p14:nvContentPartPr>
            <p14:xfrm>
              <a:off x="-81280" y="1228725"/>
              <a:ext cx="2099310" cy="168465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5"/>
            </p:blipFill>
            <p:spPr>
              <a:xfrm>
                <a:off x="-81280" y="1228725"/>
                <a:ext cx="2099310" cy="1684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3" name="墨迹 2"/>
              <p14:cNvContentPartPr/>
              <p14:nvPr/>
            </p14:nvContentPartPr>
            <p14:xfrm>
              <a:off x="2446655" y="882650"/>
              <a:ext cx="1670050" cy="206819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7"/>
            </p:blipFill>
            <p:spPr>
              <a:xfrm>
                <a:off x="2446655" y="882650"/>
                <a:ext cx="1670050" cy="2068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4" name="墨迹 3"/>
              <p14:cNvContentPartPr/>
              <p14:nvPr/>
            </p14:nvContentPartPr>
            <p14:xfrm>
              <a:off x="4618355" y="1474470"/>
              <a:ext cx="1290320" cy="115570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9"/>
            </p:blipFill>
            <p:spPr>
              <a:xfrm>
                <a:off x="4618355" y="1474470"/>
                <a:ext cx="1290320" cy="1155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5" name="墨迹 4"/>
              <p14:cNvContentPartPr/>
              <p14:nvPr/>
            </p14:nvContentPartPr>
            <p14:xfrm>
              <a:off x="474980" y="1529080"/>
              <a:ext cx="1043305" cy="78803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11"/>
            </p:blipFill>
            <p:spPr>
              <a:xfrm>
                <a:off x="474980" y="1529080"/>
                <a:ext cx="1043305" cy="7880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6" name="墨迹 5"/>
              <p14:cNvContentPartPr/>
              <p14:nvPr/>
            </p14:nvContentPartPr>
            <p14:xfrm>
              <a:off x="4524375" y="1149350"/>
              <a:ext cx="448945" cy="54673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3"/>
            </p:blipFill>
            <p:spPr>
              <a:xfrm>
                <a:off x="4524375" y="1149350"/>
                <a:ext cx="448945" cy="546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7" name="墨迹 6"/>
              <p14:cNvContentPartPr/>
              <p14:nvPr/>
            </p14:nvContentPartPr>
            <p14:xfrm>
              <a:off x="4887595" y="1474470"/>
              <a:ext cx="194310" cy="32829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5"/>
            </p:blipFill>
            <p:spPr>
              <a:xfrm>
                <a:off x="4887595" y="1474470"/>
                <a:ext cx="194310" cy="328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8" name="墨迹 7"/>
              <p14:cNvContentPartPr/>
              <p14:nvPr/>
            </p14:nvContentPartPr>
            <p14:xfrm>
              <a:off x="1151255" y="1433830"/>
              <a:ext cx="842010" cy="76009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7"/>
            </p:blipFill>
            <p:spPr>
              <a:xfrm>
                <a:off x="1151255" y="1433830"/>
                <a:ext cx="842010" cy="7600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9" name="墨迹 8"/>
              <p14:cNvContentPartPr/>
              <p14:nvPr/>
            </p14:nvContentPartPr>
            <p14:xfrm>
              <a:off x="2816860" y="1540510"/>
              <a:ext cx="1168400" cy="114109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9"/>
            </p:blipFill>
            <p:spPr>
              <a:xfrm>
                <a:off x="2816860" y="1540510"/>
                <a:ext cx="1168400" cy="11410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0" name="墨迹 9"/>
              <p14:cNvContentPartPr/>
              <p14:nvPr/>
            </p14:nvContentPartPr>
            <p14:xfrm>
              <a:off x="5322570" y="1637030"/>
              <a:ext cx="598805" cy="44704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21"/>
            </p:blipFill>
            <p:spPr>
              <a:xfrm>
                <a:off x="5322570" y="1637030"/>
                <a:ext cx="598805" cy="447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1" name="墨迹 10"/>
              <p14:cNvContentPartPr/>
              <p14:nvPr/>
            </p14:nvContentPartPr>
            <p14:xfrm>
              <a:off x="598805" y="1987550"/>
              <a:ext cx="852170" cy="85788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23"/>
            </p:blipFill>
            <p:spPr>
              <a:xfrm>
                <a:off x="598805" y="1987550"/>
                <a:ext cx="852170" cy="8578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2" name="墨迹 11"/>
              <p14:cNvContentPartPr/>
              <p14:nvPr/>
            </p14:nvContentPartPr>
            <p14:xfrm>
              <a:off x="4889500" y="2165350"/>
              <a:ext cx="570865" cy="36703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5"/>
            </p:blipFill>
            <p:spPr>
              <a:xfrm>
                <a:off x="4889500" y="2165350"/>
                <a:ext cx="570865" cy="367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3" name="墨迹 12"/>
              <p14:cNvContentPartPr/>
              <p14:nvPr/>
            </p14:nvContentPartPr>
            <p14:xfrm>
              <a:off x="1222375" y="1948180"/>
              <a:ext cx="852170" cy="7848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7"/>
            </p:blipFill>
            <p:spPr>
              <a:xfrm>
                <a:off x="1222375" y="1948180"/>
                <a:ext cx="852170" cy="7848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4" name="墨迹 13"/>
              <p14:cNvContentPartPr/>
              <p14:nvPr/>
            </p14:nvContentPartPr>
            <p14:xfrm>
              <a:off x="5445760" y="2219960"/>
              <a:ext cx="407035" cy="27178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9"/>
            </p:blipFill>
            <p:spPr>
              <a:xfrm>
                <a:off x="5445760" y="2219960"/>
                <a:ext cx="407035" cy="271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5" name="墨迹 14"/>
              <p14:cNvContentPartPr/>
              <p14:nvPr/>
            </p14:nvContentPartPr>
            <p14:xfrm>
              <a:off x="595630" y="3139440"/>
              <a:ext cx="5162550" cy="43561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31"/>
            </p:blipFill>
            <p:spPr>
              <a:xfrm>
                <a:off x="595630" y="3139440"/>
                <a:ext cx="5162550" cy="4356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16" name="墨迹 15"/>
              <p14:cNvContentPartPr/>
              <p14:nvPr/>
            </p14:nvContentPartPr>
            <p14:xfrm>
              <a:off x="4315460" y="995045"/>
              <a:ext cx="2053590" cy="201485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33"/>
            </p:blipFill>
            <p:spPr>
              <a:xfrm>
                <a:off x="4315460" y="995045"/>
                <a:ext cx="2053590" cy="20148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17" name="墨迹 16"/>
              <p14:cNvContentPartPr/>
              <p14:nvPr/>
            </p14:nvContentPartPr>
            <p14:xfrm>
              <a:off x="6082030" y="765810"/>
              <a:ext cx="735965" cy="56070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5"/>
            </p:blipFill>
            <p:spPr>
              <a:xfrm>
                <a:off x="6082030" y="765810"/>
                <a:ext cx="735965" cy="560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18" name="墨迹 17"/>
              <p14:cNvContentPartPr/>
              <p14:nvPr/>
            </p14:nvContentPartPr>
            <p14:xfrm>
              <a:off x="6597015" y="648335"/>
              <a:ext cx="497840" cy="32639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7"/>
            </p:blipFill>
            <p:spPr>
              <a:xfrm>
                <a:off x="6597015" y="648335"/>
                <a:ext cx="497840" cy="3263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19" name="墨迹 18"/>
              <p14:cNvContentPartPr/>
              <p14:nvPr/>
            </p14:nvContentPartPr>
            <p14:xfrm>
              <a:off x="7450455" y="323215"/>
              <a:ext cx="203835" cy="85344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9"/>
            </p:blipFill>
            <p:spPr>
              <a:xfrm>
                <a:off x="7450455" y="323215"/>
                <a:ext cx="203835" cy="853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0" name="墨迹 19"/>
              <p14:cNvContentPartPr/>
              <p14:nvPr/>
            </p14:nvContentPartPr>
            <p14:xfrm>
              <a:off x="7463790" y="362585"/>
              <a:ext cx="1654175" cy="77851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41"/>
            </p:blipFill>
            <p:spPr>
              <a:xfrm>
                <a:off x="7463790" y="362585"/>
                <a:ext cx="1654175" cy="778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1" name="墨迹 20"/>
              <p14:cNvContentPartPr/>
              <p14:nvPr/>
            </p14:nvContentPartPr>
            <p14:xfrm>
              <a:off x="7084695" y="892175"/>
              <a:ext cx="893445" cy="6731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43"/>
            </p:blipFill>
            <p:spPr>
              <a:xfrm>
                <a:off x="7084695" y="892175"/>
                <a:ext cx="893445" cy="673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2" name="墨迹 21"/>
              <p14:cNvContentPartPr/>
              <p14:nvPr/>
            </p14:nvContentPartPr>
            <p14:xfrm>
              <a:off x="7926070" y="526415"/>
              <a:ext cx="594995" cy="24765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45"/>
            </p:blipFill>
            <p:spPr>
              <a:xfrm>
                <a:off x="7926070" y="526415"/>
                <a:ext cx="594995" cy="247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3" name="墨迹 22"/>
              <p14:cNvContentPartPr/>
              <p14:nvPr/>
            </p14:nvContentPartPr>
            <p14:xfrm>
              <a:off x="8181975" y="580390"/>
              <a:ext cx="635" cy="20383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7"/>
            </p:blipFill>
            <p:spPr>
              <a:xfrm>
                <a:off x="8181975" y="580390"/>
                <a:ext cx="635" cy="2038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4" name="墨迹 23"/>
              <p14:cNvContentPartPr/>
              <p14:nvPr/>
            </p14:nvContentPartPr>
            <p14:xfrm>
              <a:off x="7954645" y="445135"/>
              <a:ext cx="742950" cy="46291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9"/>
            </p:blipFill>
            <p:spPr>
              <a:xfrm>
                <a:off x="7954645" y="445135"/>
                <a:ext cx="742950" cy="462915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ea typeface="SimSun" charset="0"/>
              </a:rPr>
              <a:t>内积运算就是相似度计算</a:t>
            </a:r>
            <a:endParaRPr lang="zh-CN" altLang="en-US">
              <a:ea typeface="SimSun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05" y="1400175"/>
            <a:ext cx="1409700" cy="1390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335" y="1278890"/>
            <a:ext cx="2867025" cy="116205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2540635" y="1991360"/>
            <a:ext cx="140970" cy="140970"/>
          </a:xfrm>
          <a:prstGeom prst="ellipse">
            <a:avLst/>
          </a:prstGeom>
          <a:solidFill>
            <a:schemeClr val="tx1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ctr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135120" y="756285"/>
            <a:ext cx="3048000" cy="643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0x0 + 1x1 + 3x2 + 4x3 = 19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87120" y="2960370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Input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矩阵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48000" y="2423795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Kernel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矩阵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 /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卷积核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433070" y="1533525"/>
            <a:ext cx="445135" cy="20574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直接连接符 30"/>
          <p:cNvCxnSpPr/>
          <p:nvPr/>
        </p:nvCxnSpPr>
        <p:spPr>
          <a:xfrm>
            <a:off x="433070" y="2078355"/>
            <a:ext cx="445135" cy="21145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文本框 31"/>
          <p:cNvSpPr txBox="1"/>
          <p:nvPr/>
        </p:nvSpPr>
        <p:spPr>
          <a:xfrm rot="5400000">
            <a:off x="-487680" y="1824990"/>
            <a:ext cx="1567180" cy="2743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vert270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局部感受野矩阵</a:t>
            </a:r>
            <a:r>
              <a:rPr kumimoji="0" lang="en-US" altLang="zh-CN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 A</a:t>
            </a:r>
            <a:endParaRPr kumimoji="0" lang="en-US" altLang="zh-CN" sz="12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35" name="下箭头 34"/>
          <p:cNvSpPr/>
          <p:nvPr/>
        </p:nvSpPr>
        <p:spPr>
          <a:xfrm>
            <a:off x="4860925" y="1045210"/>
            <a:ext cx="294640" cy="354965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ctr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ea typeface="SimSun" charset="0"/>
              </a:rPr>
              <a:t>内积运算就是相似度计算</a:t>
            </a:r>
            <a:endParaRPr lang="zh-CN" altLang="en-US">
              <a:ea typeface="SimSun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05" y="1400175"/>
            <a:ext cx="1409700" cy="1390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335" y="1278890"/>
            <a:ext cx="2867025" cy="116205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2540635" y="1991360"/>
            <a:ext cx="140970" cy="140970"/>
          </a:xfrm>
          <a:prstGeom prst="ellipse">
            <a:avLst/>
          </a:prstGeom>
          <a:solidFill>
            <a:schemeClr val="tx1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ctr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089660" y="1742440"/>
            <a:ext cx="379095" cy="185166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直接箭头连接符 19"/>
          <p:cNvCxnSpPr/>
          <p:nvPr/>
        </p:nvCxnSpPr>
        <p:spPr>
          <a:xfrm flipH="1">
            <a:off x="1697990" y="1742440"/>
            <a:ext cx="1417320" cy="185166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文本框 20"/>
          <p:cNvSpPr txBox="1"/>
          <p:nvPr/>
        </p:nvSpPr>
        <p:spPr>
          <a:xfrm>
            <a:off x="1209040" y="3530600"/>
            <a:ext cx="432181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a1  a2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801360" y="4006215"/>
            <a:ext cx="3048000" cy="643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0x0 + 1x1 + 3x2 + 4x3 = ?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ea typeface="SimSun" charset="0"/>
              </a:rPr>
              <a:t>内积运算就是相似度计算</a:t>
            </a:r>
            <a:endParaRPr lang="zh-CN" altLang="en-US">
              <a:ea typeface="SimSun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05" y="1400175"/>
            <a:ext cx="1409700" cy="1390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335" y="1278890"/>
            <a:ext cx="2867025" cy="116205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2540635" y="1991360"/>
            <a:ext cx="140970" cy="140970"/>
          </a:xfrm>
          <a:prstGeom prst="ellipse">
            <a:avLst/>
          </a:prstGeom>
          <a:solidFill>
            <a:schemeClr val="tx1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ctr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089660" y="1742440"/>
            <a:ext cx="379095" cy="185166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直接箭头连接符 19"/>
          <p:cNvCxnSpPr/>
          <p:nvPr/>
        </p:nvCxnSpPr>
        <p:spPr>
          <a:xfrm flipH="1">
            <a:off x="1697990" y="1742440"/>
            <a:ext cx="1417320" cy="185166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arrow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文本框 20"/>
          <p:cNvSpPr txBox="1"/>
          <p:nvPr/>
        </p:nvSpPr>
        <p:spPr>
          <a:xfrm>
            <a:off x="1209040" y="3530600"/>
            <a:ext cx="432181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a1  a2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89660" y="3919855"/>
            <a:ext cx="3048000" cy="643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a1xa2: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讨论一下，这个数的大小受什么因素影响？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 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28795" y="2440940"/>
            <a:ext cx="4378960" cy="17856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0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）分析绝对值大小。首先，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a1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和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 a2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都在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 -1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，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1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左右，我们单位标准差，以及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 norm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平滑（比如经过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 softmax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运算）</a:t>
            </a:r>
            <a:endParaRPr kumimoji="0" lang="en-US" altLang="zh-CN" sz="16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）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a1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是正数，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a2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也是正数：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a1xa2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也是正数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 --&gt;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结果是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正数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2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）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a1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是正数，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a2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是负数；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a1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是负数，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a2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是正数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 --&gt;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结果是负数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3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）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a1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是负数，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a2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是负数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 --&gt; 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结果是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C00000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正数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C00000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94605" y="114935"/>
            <a:ext cx="3048000" cy="643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0x0 + 1x1 + 3x2 + 4x3 = ?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卷积计算是相似度计算</a:t>
            </a:r>
            <a:endParaRPr lang="zh-CN" altLang="en-US"/>
          </a:p>
        </p:txBody>
      </p:sp>
      <p:pic>
        <p:nvPicPr>
          <p:cNvPr id="259" name="Screen Shot 2019-02-15 at 1.57.41 PM.png" descr="Screen Shot 2019-02-15 at 1.57.41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2489" y="1738016"/>
            <a:ext cx="1816303" cy="10820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" name="Screen Shot 2019-02-15 at 1.57.41 PM.png" descr="Screen Shot 2019-02-15 at 1.57.41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164" y="1738016"/>
            <a:ext cx="1816303" cy="10820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文本框 4"/>
          <p:cNvSpPr txBox="1"/>
          <p:nvPr/>
        </p:nvSpPr>
        <p:spPr>
          <a:xfrm>
            <a:off x="3048000" y="2030730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*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78780" y="1370965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卷积核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65530" y="1233805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输入矩阵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 X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的一个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子块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1</a:t>
            </a:r>
            <a:endParaRPr kumimoji="0" lang="en-US" altLang="zh-CN" sz="1800" b="1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</p:txBody>
      </p:sp>
      <p:pic>
        <p:nvPicPr>
          <p:cNvPr id="8" name="Screen Shot 2019-02-15 at 1.57.41 PM.png" descr="Screen Shot 2019-02-15 at 1.57.41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6779" y="3211216"/>
            <a:ext cx="1816303" cy="10820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Screen Shot 2019-02-15 at 1.57.41 PM.png" descr="Screen Shot 2019-02-15 at 1.57.41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454" y="3211216"/>
            <a:ext cx="1816303" cy="10820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文本框 9"/>
          <p:cNvSpPr txBox="1"/>
          <p:nvPr/>
        </p:nvSpPr>
        <p:spPr>
          <a:xfrm>
            <a:off x="3082290" y="3503930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*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65530" y="2827655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输入矩阵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 X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的一个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子块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2</a:t>
            </a:r>
            <a:endParaRPr kumimoji="0" lang="en-US" altLang="zh-CN" sz="1800" b="1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30" y="3182620"/>
            <a:ext cx="342900" cy="4000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94435" y="3202305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1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C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30390" y="2030730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= 20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30390" y="3582670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= 16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47470" y="4624705"/>
            <a:ext cx="413956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子块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1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比子块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2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更加相似于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卷积核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1473200" y="2724150"/>
          <a:ext cx="225933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3110"/>
                <a:gridCol w="7531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-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-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+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+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5224780" y="2724150"/>
          <a:ext cx="225933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3110"/>
                <a:gridCol w="753110"/>
                <a:gridCol w="7531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-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-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-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-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+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-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-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-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500"/>
                        <a:t>-</a:t>
                      </a:r>
                      <a:endParaRPr lang="en-US" altLang="zh-CN" sz="15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874385" y="288925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卷积核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2435" y="203200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感受野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A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</p:txBody>
      </p:sp>
      <p:pic>
        <p:nvPicPr>
          <p:cNvPr id="259" name="Screen Shot 2019-02-15 at 1.57.41 PM.png" descr="Screen Shot 2019-02-15 at 1.57.41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6274" y="911246"/>
            <a:ext cx="1816303" cy="10820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下箭头 8"/>
          <p:cNvSpPr/>
          <p:nvPr/>
        </p:nvSpPr>
        <p:spPr>
          <a:xfrm>
            <a:off x="6163310" y="1993265"/>
            <a:ext cx="382905" cy="431165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ctr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702435" y="770890"/>
            <a:ext cx="1096645" cy="108204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ctr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1" name="下箭头 10"/>
          <p:cNvSpPr/>
          <p:nvPr/>
        </p:nvSpPr>
        <p:spPr>
          <a:xfrm>
            <a:off x="2034540" y="2120265"/>
            <a:ext cx="382905" cy="431165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ctr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908175" y="1033145"/>
            <a:ext cx="509270" cy="51054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Image" descr="Image"/>
          <p:cNvPicPr>
            <a:picLocks noChangeAspect="1"/>
          </p:cNvPicPr>
          <p:nvPr/>
        </p:nvPicPr>
        <p:blipFill>
          <a:blip r:embed="rId1"/>
          <a:srcRect t="25654"/>
          <a:stretch>
            <a:fillRect/>
          </a:stretch>
        </p:blipFill>
        <p:spPr>
          <a:xfrm>
            <a:off x="374748" y="687375"/>
            <a:ext cx="5371962" cy="159005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5" name="2-D Convolution Lay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二维卷积层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6" name="input matrix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21761" y="2213918"/>
                <a:ext cx="8205305" cy="2726573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ja-JP" altLang="en-US"/>
                  <a:t>输入矩阵</a:t>
                </a:r>
                <a:endParaRPr lang="ja-JP" altLang="en-US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𝐖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ja-JP" altLang="en-US"/>
                  <a:t>核矩阵</a:t>
                </a:r>
                <a:endParaRPr dirty="0"/>
              </a:p>
              <a:p>
                <a:r>
                  <a:rPr dirty="0"/>
                  <a:t>b:</a:t>
                </a:r>
                <a:r>
                  <a:rPr lang="ja-JP" altLang="en-US"/>
                  <a:t>偏差标量</a:t>
                </a:r>
                <a:endParaRPr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𝐘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:(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)×(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ja-JP" altLang="en-US"/>
                  <a:t>输出矩阵</a:t>
                </a:r>
                <a:br>
                  <a:rPr dirty="0"/>
                </a:br>
                <a:br>
                  <a:rPr dirty="0"/>
                </a:br>
                <a:r>
                  <a:rPr lang="ja-JP" altLang="en-US"/>
                  <a:t>                                    </a:t>
                </a:r>
                <a:endParaRPr lang="ja-JP" altLang="en-US"/>
              </a:p>
              <a:p>
                <a:r>
                  <a:rPr lang="en-US" b="1" dirty="0"/>
                  <a:t>W</a:t>
                </a:r>
                <a:r>
                  <a:rPr lang="zh-CN" altLang="en-US" dirty="0"/>
                  <a:t> </a:t>
                </a:r>
                <a:r>
                  <a:rPr lang="ja-JP" altLang="en-US"/>
                  <a:t>和</a:t>
                </a:r>
                <a:r>
                  <a:rPr lang="zh-CN" altLang="en-US" dirty="0"/>
                  <a:t> </a:t>
                </a:r>
                <a:r>
                  <a:rPr lang="en-US" dirty="0"/>
                  <a:t>b</a:t>
                </a:r>
                <a:r>
                  <a:rPr lang="zh-CN" altLang="en-US" dirty="0"/>
                  <a:t> </a:t>
                </a:r>
                <a:r>
                  <a:rPr lang="ja-JP" altLang="en-US"/>
                  <a:t>是可学习的参数</a:t>
                </a:r>
                <a:endParaRPr dirty="0"/>
              </a:p>
            </p:txBody>
          </p:sp>
        </mc:Choice>
        <mc:Fallback>
          <p:sp>
            <p:nvSpPr>
              <p:cNvPr id="246" name="input matrix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1761" y="2213918"/>
                <a:ext cx="8205305" cy="2726573"/>
              </a:xfrm>
              <a:prstGeom prst="rect">
                <a:avLst/>
              </a:prstGeom>
              <a:blipFill rotWithShape="1">
                <a:blip r:embed="rId2"/>
                <a:stretch>
                  <a:fillRect l="-5" t="-1059" r="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Equation"/>
              <p:cNvSpPr txBox="1"/>
              <p:nvPr/>
            </p:nvSpPr>
            <p:spPr>
              <a:xfrm>
                <a:off x="3201889" y="3900959"/>
                <a:ext cx="2445047" cy="27622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⋆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sz="3000" dirty="0"/>
              </a:p>
            </p:txBody>
          </p:sp>
        </mc:Choice>
        <mc:Fallback>
          <p:sp>
            <p:nvSpPr>
              <p:cNvPr id="24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889" y="3900959"/>
                <a:ext cx="2445047" cy="276226"/>
              </a:xfrm>
              <a:prstGeom prst="rect">
                <a:avLst/>
              </a:prstGeom>
              <a:blipFill rotWithShape="1">
                <a:blip r:embed="rId3"/>
                <a:stretch>
                  <a:fillRect l="-9" t="-56" r="-20834" b="-6546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8" name="Equation"/>
          <p:cNvSpPr txBox="1"/>
          <p:nvPr/>
        </p:nvSpPr>
        <p:spPr>
          <a:xfrm>
            <a:off x="668244" y="2235148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249" name="Equation"/>
          <p:cNvSpPr txBox="1"/>
          <p:nvPr/>
        </p:nvSpPr>
        <p:spPr>
          <a:xfrm>
            <a:off x="641727" y="2665778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250" name="Equation"/>
          <p:cNvSpPr txBox="1"/>
          <p:nvPr/>
        </p:nvSpPr>
        <p:spPr>
          <a:xfrm>
            <a:off x="620013" y="3531627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Padding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/>
        </p:nvGraphicFramePr>
        <p:xfrm>
          <a:off x="1371600" y="1809750"/>
          <a:ext cx="2600960" cy="1524000"/>
        </p:xfrm>
        <a:graphic>
          <a:graphicData uri="http://schemas.openxmlformats.org/drawingml/2006/table">
            <a:tbl>
              <a:tblPr firstRow="1" lastRow="1" bandRow="1">
                <a:tableStyleId>{5940675A-B579-460E-94D1-54222C63F5DA}</a:tableStyleId>
              </a:tblPr>
              <a:tblGrid>
                <a:gridCol w="650240"/>
                <a:gridCol w="650240"/>
                <a:gridCol w="650240"/>
                <a:gridCol w="65024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482080" y="1189355"/>
          <a:ext cx="1421130" cy="1112520"/>
        </p:xfrm>
        <a:graphic>
          <a:graphicData uri="http://schemas.openxmlformats.org/drawingml/2006/table">
            <a:tbl>
              <a:tblPr firstRow="1" lastRow="1" bandRow="1">
                <a:tableStyleId>{5940675A-B579-460E-94D1-54222C63F5DA}</a:tableStyleId>
              </a:tblPr>
              <a:tblGrid>
                <a:gridCol w="473710"/>
                <a:gridCol w="473710"/>
                <a:gridCol w="473710"/>
              </a:tblGrid>
              <a:tr h="37084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124075" y="1352550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Input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82080" y="624840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卷积核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 / kernel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3972560" y="1812925"/>
          <a:ext cx="1294130" cy="1483360"/>
        </p:xfrm>
        <a:graphic>
          <a:graphicData uri="http://schemas.openxmlformats.org/drawingml/2006/table">
            <a:tbl>
              <a:tblPr firstRow="1" lastRow="1" bandRow="1">
                <a:tableStyleId>{5940675A-B579-460E-94D1-54222C63F5DA}</a:tableStyleId>
              </a:tblPr>
              <a:tblGrid>
                <a:gridCol w="647065"/>
                <a:gridCol w="647065"/>
              </a:tblGrid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solidFill>
                              <a:schemeClr val="tx1"/>
                            </a:solidFill>
                            <a:prstDash val="sysDash"/>
                          </a:ln>
                        </a:rPr>
                        <a:t>0</a:t>
                      </a: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solidFill>
                              <a:schemeClr val="tx1"/>
                            </a:solidFill>
                            <a:prstDash val="sysDash"/>
                          </a:ln>
                        </a:rPr>
                        <a:t>0</a:t>
                      </a: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solidFill>
                              <a:schemeClr val="tx1"/>
                            </a:solidFill>
                            <a:prstDash val="sysDash"/>
                          </a:ln>
                        </a:rPr>
                        <a:t>0</a:t>
                      </a: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solidFill>
                              <a:schemeClr val="tx1"/>
                            </a:solidFill>
                            <a:prstDash val="sysDash"/>
                          </a:ln>
                        </a:rPr>
                        <a:t>0</a:t>
                      </a: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solidFill>
                              <a:schemeClr val="tx1"/>
                            </a:solidFill>
                            <a:prstDash val="sysDash"/>
                          </a:ln>
                        </a:rPr>
                        <a:t>0</a:t>
                      </a: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solidFill>
                              <a:schemeClr val="tx1"/>
                            </a:solidFill>
                            <a:prstDash val="sysDash"/>
                          </a:ln>
                        </a:rPr>
                        <a:t>0</a:t>
                      </a: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1345565" y="3333750"/>
          <a:ext cx="1294130" cy="1483360"/>
        </p:xfrm>
        <a:graphic>
          <a:graphicData uri="http://schemas.openxmlformats.org/drawingml/2006/table">
            <a:tbl>
              <a:tblPr firstRow="1" lastRow="1" bandRow="1">
                <a:tableStyleId>{5940675A-B579-460E-94D1-54222C63F5DA}</a:tableStyleId>
              </a:tblPr>
              <a:tblGrid>
                <a:gridCol w="647065"/>
                <a:gridCol w="647065"/>
              </a:tblGrid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solidFill>
                              <a:schemeClr val="tx1"/>
                            </a:solidFill>
                            <a:prstDash val="sysDash"/>
                          </a:ln>
                        </a:rPr>
                        <a:t>0</a:t>
                      </a: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solidFill>
                              <a:schemeClr val="tx1"/>
                            </a:solidFill>
                            <a:prstDash val="sysDash"/>
                          </a:ln>
                        </a:rPr>
                        <a:t>0</a:t>
                      </a: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solidFill>
                              <a:schemeClr val="tx1"/>
                            </a:solidFill>
                            <a:prstDash val="sysDash"/>
                          </a:ln>
                        </a:rPr>
                        <a:t>0</a:t>
                      </a: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solidFill>
                              <a:schemeClr val="tx1"/>
                            </a:solidFill>
                            <a:prstDash val="sysDash"/>
                          </a:ln>
                        </a:rPr>
                        <a:t>0</a:t>
                      </a: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2678430" y="3348990"/>
          <a:ext cx="1294130" cy="1483360"/>
        </p:xfrm>
        <a:graphic>
          <a:graphicData uri="http://schemas.openxmlformats.org/drawingml/2006/table">
            <a:tbl>
              <a:tblPr firstRow="1" lastRow="1" bandRow="1">
                <a:tableStyleId>{5940675A-B579-460E-94D1-54222C63F5DA}</a:tableStyleId>
              </a:tblPr>
              <a:tblGrid>
                <a:gridCol w="647065"/>
                <a:gridCol w="647065"/>
              </a:tblGrid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solidFill>
                              <a:schemeClr val="tx1"/>
                            </a:solidFill>
                            <a:prstDash val="sysDash"/>
                          </a:ln>
                        </a:rPr>
                        <a:t>0</a:t>
                      </a: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solidFill>
                              <a:schemeClr val="tx1"/>
                            </a:solidFill>
                            <a:prstDash val="sysDash"/>
                          </a:ln>
                        </a:rPr>
                        <a:t>0</a:t>
                      </a: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3983990" y="3348355"/>
          <a:ext cx="1294130" cy="1483360"/>
        </p:xfrm>
        <a:graphic>
          <a:graphicData uri="http://schemas.openxmlformats.org/drawingml/2006/table">
            <a:tbl>
              <a:tblPr firstRow="1" lastRow="1" bandRow="1">
                <a:tableStyleId>{5940675A-B579-460E-94D1-54222C63F5DA}</a:tableStyleId>
              </a:tblPr>
              <a:tblGrid>
                <a:gridCol w="647065"/>
                <a:gridCol w="647065"/>
              </a:tblGrid>
              <a:tr h="37084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chemeClr val="tx1"/>
                          </a:solidFill>
                          <a:prstDash val="sysDash"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dash"/>
                    </a:lnL>
                    <a:lnR w="12700" cmpd="sng">
                      <a:solidFill>
                        <a:schemeClr val="tx1"/>
                      </a:solidFill>
                      <a:prstDash val="dash"/>
                    </a:lnR>
                    <a:lnT w="12700" cmpd="sng">
                      <a:solidFill>
                        <a:schemeClr val="tx1"/>
                      </a:solidFill>
                      <a:prstDash val="dash"/>
                    </a:lnT>
                    <a:lnB w="12700" cmpd="sng">
                      <a:solidFill>
                        <a:schemeClr val="tx1"/>
                      </a:solidFill>
                      <a:prstDash val="dash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/>
        </p:nvGraphicFramePr>
        <p:xfrm>
          <a:off x="3325495" y="1719580"/>
          <a:ext cx="1952625" cy="1177290"/>
        </p:xfrm>
        <a:graphic>
          <a:graphicData uri="http://schemas.openxmlformats.org/drawingml/2006/table">
            <a:tbl>
              <a:tblPr firstRow="1" lastRow="1" bandRow="1">
                <a:tableStyleId>{5940675A-B579-460E-94D1-54222C63F5DA}</a:tableStyleId>
              </a:tblPr>
              <a:tblGrid>
                <a:gridCol w="650875"/>
                <a:gridCol w="650875"/>
                <a:gridCol w="650875"/>
              </a:tblGrid>
              <a:tr h="39243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rgbClr val="FF0000"/>
                          </a:solidFill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rgbClr val="FF0000"/>
                          </a:solidFill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rgbClr val="FF0000"/>
                          </a:solidFill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39243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rgbClr val="FF0000"/>
                          </a:solidFill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rgbClr val="FF0000"/>
                          </a:solidFill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rgbClr val="FF0000"/>
                          </a:solidFill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39243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rgbClr val="FF0000"/>
                          </a:solidFill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rgbClr val="FF0000"/>
                          </a:solidFill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rgbClr val="FF0000"/>
                          </a:solidFill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6338570" y="2820670"/>
            <a:ext cx="3048000" cy="1751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输入：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4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卷积核：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3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padding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：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1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stride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：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1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输出：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w 4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，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h 4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Exam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例子</a:t>
            </a:r>
            <a:endParaRPr dirty="0"/>
          </a:p>
        </p:txBody>
      </p:sp>
      <p:pic>
        <p:nvPicPr>
          <p:cNvPr id="253" name="Vd-Orig.png" descr="Vd-Ori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30" y="1745768"/>
            <a:ext cx="1524001" cy="1524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54" name="Vd-Edge3.png" descr="Vd-Ed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540" y="153062"/>
            <a:ext cx="1524001" cy="1524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55" name="Vd-Sharp.png" descr="Vd-Sha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540" y="1807043"/>
            <a:ext cx="1524001" cy="1524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56" name="Vd-Blur1.png" descr="Vd-Blur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540" y="3466437"/>
            <a:ext cx="1524001" cy="1524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57" name="Screen Shot 2019-02-15 at 1.57.57 PM.png" descr="Screen Shot 2019-02-15 at 1.57.57 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198" y="3577184"/>
            <a:ext cx="1946275" cy="130250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58" name="Screen Shot 2019-02-15 at 1.57.49 PM.png" descr="Screen Shot 2019-02-15 at 1.57.49 P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4184" y="1932824"/>
            <a:ext cx="1816303" cy="11498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59" name="Screen Shot 2019-02-15 at 1.57.41 PM.png" descr="Screen Shot 2019-02-15 at 1.57.41 P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4184" y="374036"/>
            <a:ext cx="1816303" cy="10820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0" name="Edge Detection"/>
          <p:cNvSpPr txBox="1"/>
          <p:nvPr/>
        </p:nvSpPr>
        <p:spPr>
          <a:xfrm>
            <a:off x="6892587" y="739731"/>
            <a:ext cx="1015661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r>
              <a:rPr lang="ja-JP" altLang="en-US"/>
              <a:t>边缘检测</a:t>
            </a:r>
            <a:endParaRPr dirty="0"/>
          </a:p>
        </p:txBody>
      </p:sp>
      <p:sp>
        <p:nvSpPr>
          <p:cNvPr id="261" name="Sharpen"/>
          <p:cNvSpPr txBox="1"/>
          <p:nvPr/>
        </p:nvSpPr>
        <p:spPr>
          <a:xfrm>
            <a:off x="6892587" y="2407151"/>
            <a:ext cx="553996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r>
              <a:rPr lang="ja-JP" altLang="en-US"/>
              <a:t>锐化</a:t>
            </a:r>
            <a:endParaRPr dirty="0"/>
          </a:p>
        </p:txBody>
      </p:sp>
      <p:sp>
        <p:nvSpPr>
          <p:cNvPr id="262" name="Gaussian Blur"/>
          <p:cNvSpPr txBox="1"/>
          <p:nvPr/>
        </p:nvSpPr>
        <p:spPr>
          <a:xfrm>
            <a:off x="6892587" y="4053106"/>
            <a:ext cx="1015661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r>
              <a:rPr lang="ja-JP" altLang="en-US"/>
              <a:t>高斯模糊</a:t>
            </a:r>
            <a:endParaRPr dirty="0"/>
          </a:p>
        </p:txBody>
      </p:sp>
      <p:sp>
        <p:nvSpPr>
          <p:cNvPr id="263" name="(wikipedia)"/>
          <p:cNvSpPr txBox="1"/>
          <p:nvPr/>
        </p:nvSpPr>
        <p:spPr>
          <a:xfrm>
            <a:off x="929877" y="3392939"/>
            <a:ext cx="810476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r>
              <a:rPr dirty="0"/>
              <a:t>(</a:t>
            </a:r>
            <a:r>
              <a:rPr lang="ja-JP" altLang="en-US"/>
              <a:t>维基百科</a:t>
            </a:r>
            <a:r>
              <a:rPr dirty="0"/>
              <a:t>)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" name="墨迹 1"/>
              <p14:cNvContentPartPr/>
              <p14:nvPr/>
            </p14:nvContentPartPr>
            <p14:xfrm>
              <a:off x="2531110" y="-31750"/>
              <a:ext cx="1779905" cy="171704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9"/>
            </p:blipFill>
            <p:spPr>
              <a:xfrm>
                <a:off x="2531110" y="-31750"/>
                <a:ext cx="1779905" cy="1717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" name="墨迹 2"/>
              <p14:cNvContentPartPr/>
              <p14:nvPr/>
            </p14:nvContentPartPr>
            <p14:xfrm>
              <a:off x="7357745" y="110490"/>
              <a:ext cx="594360" cy="52705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11"/>
            </p:blipFill>
            <p:spPr>
              <a:xfrm>
                <a:off x="7357745" y="110490"/>
                <a:ext cx="594360" cy="527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4" name="墨迹 3"/>
              <p14:cNvContentPartPr/>
              <p14:nvPr/>
            </p14:nvContentPartPr>
            <p14:xfrm>
              <a:off x="7193280" y="490220"/>
              <a:ext cx="553720" cy="56070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13"/>
            </p:blipFill>
            <p:spPr>
              <a:xfrm>
                <a:off x="7193280" y="490220"/>
                <a:ext cx="553720" cy="560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5" name="墨迹 4"/>
              <p14:cNvContentPartPr/>
              <p14:nvPr/>
            </p14:nvContentPartPr>
            <p14:xfrm>
              <a:off x="3602355" y="787400"/>
              <a:ext cx="408940" cy="33972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15"/>
            </p:blipFill>
            <p:spPr>
              <a:xfrm>
                <a:off x="3602355" y="787400"/>
                <a:ext cx="408940" cy="339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6" name="墨迹 5"/>
              <p14:cNvContentPartPr/>
              <p14:nvPr/>
            </p14:nvContentPartPr>
            <p14:xfrm>
              <a:off x="6976110" y="608965"/>
              <a:ext cx="1233170" cy="68199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7"/>
            </p:blipFill>
            <p:spPr>
              <a:xfrm>
                <a:off x="6976110" y="608965"/>
                <a:ext cx="1233170" cy="681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7" name="墨迹 6"/>
              <p14:cNvContentPartPr/>
              <p14:nvPr/>
            </p14:nvContentPartPr>
            <p14:xfrm>
              <a:off x="2426335" y="1789430"/>
              <a:ext cx="1828800" cy="157353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9"/>
            </p:blipFill>
            <p:spPr>
              <a:xfrm>
                <a:off x="2426335" y="1789430"/>
                <a:ext cx="1828800" cy="1573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8" name="墨迹 7"/>
              <p14:cNvContentPartPr/>
              <p14:nvPr/>
            </p14:nvContentPartPr>
            <p14:xfrm>
              <a:off x="3441065" y="2328545"/>
              <a:ext cx="257175" cy="34671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1"/>
            </p:blipFill>
            <p:spPr>
              <a:xfrm>
                <a:off x="3441065" y="2328545"/>
                <a:ext cx="257175" cy="3467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9" name="墨迹 8"/>
              <p14:cNvContentPartPr/>
              <p14:nvPr/>
            </p14:nvContentPartPr>
            <p14:xfrm>
              <a:off x="2668270" y="2562860"/>
              <a:ext cx="635" cy="63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23"/>
            </p:blipFill>
            <p:spPr>
              <a:xfrm>
                <a:off x="2668270" y="25628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0" name="墨迹 9"/>
              <p14:cNvContentPartPr/>
              <p14:nvPr/>
            </p14:nvContentPartPr>
            <p14:xfrm>
              <a:off x="2901315" y="1926590"/>
              <a:ext cx="392430" cy="35369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25"/>
            </p:blipFill>
            <p:spPr>
              <a:xfrm>
                <a:off x="2901315" y="1926590"/>
                <a:ext cx="392430" cy="353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1" name="墨迹 10"/>
              <p14:cNvContentPartPr/>
              <p14:nvPr/>
            </p14:nvContentPartPr>
            <p14:xfrm>
              <a:off x="6817995" y="2156460"/>
              <a:ext cx="1054100" cy="63817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27"/>
            </p:blipFill>
            <p:spPr>
              <a:xfrm>
                <a:off x="6817995" y="2156460"/>
                <a:ext cx="1054100" cy="638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2" name="墨迹 11"/>
              <p14:cNvContentPartPr/>
              <p14:nvPr/>
            </p14:nvContentPartPr>
            <p14:xfrm>
              <a:off x="2206625" y="3557905"/>
              <a:ext cx="2282190" cy="133604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9"/>
            </p:blipFill>
            <p:spPr>
              <a:xfrm>
                <a:off x="2206625" y="3557905"/>
                <a:ext cx="2282190" cy="1336040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Exam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例子</a:t>
            </a:r>
            <a:endParaRPr dirty="0"/>
          </a:p>
        </p:txBody>
      </p:sp>
      <p:pic>
        <p:nvPicPr>
          <p:cNvPr id="266" name="Picture 2" descr="Picture 2"/>
          <p:cNvPicPr>
            <a:picLocks noChangeAspect="1"/>
          </p:cNvPicPr>
          <p:nvPr/>
        </p:nvPicPr>
        <p:blipFill>
          <a:blip r:embed="rId1"/>
          <a:srcRect l="13812" t="8074" r="9826" b="11832"/>
          <a:stretch>
            <a:fillRect/>
          </a:stretch>
        </p:blipFill>
        <p:spPr>
          <a:xfrm>
            <a:off x="5110462" y="428066"/>
            <a:ext cx="3024487" cy="2041617"/>
          </a:xfrm>
          <a:prstGeom prst="rect">
            <a:avLst/>
          </a:prstGeom>
          <a:ln>
            <a:solidFill>
              <a:srgbClr val="FFFFFF"/>
            </a:solidFill>
            <a:miter/>
          </a:ln>
        </p:spPr>
      </p:pic>
      <p:pic>
        <p:nvPicPr>
          <p:cNvPr id="267" name="Picture 9" descr="Picture 9"/>
          <p:cNvPicPr>
            <a:picLocks noChangeAspect="1"/>
          </p:cNvPicPr>
          <p:nvPr/>
        </p:nvPicPr>
        <p:blipFill>
          <a:blip r:embed="rId2"/>
          <a:srcRect l="13170" t="7861" r="9665" b="12044"/>
          <a:stretch>
            <a:fillRect/>
          </a:stretch>
        </p:blipFill>
        <p:spPr>
          <a:xfrm>
            <a:off x="5103902" y="2699498"/>
            <a:ext cx="3024490" cy="2015936"/>
          </a:xfrm>
          <a:prstGeom prst="rect">
            <a:avLst/>
          </a:prstGeom>
          <a:ln>
            <a:solidFill>
              <a:srgbClr val="FFFFFF"/>
            </a:solidFill>
            <a:miter/>
          </a:ln>
        </p:spPr>
      </p:pic>
      <p:pic>
        <p:nvPicPr>
          <p:cNvPr id="268" name="Picture 1" descr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23" y="991631"/>
            <a:ext cx="4772895" cy="3181930"/>
          </a:xfrm>
          <a:prstGeom prst="rect">
            <a:avLst/>
          </a:prstGeom>
          <a:ln>
            <a:solidFill>
              <a:srgbClr val="FFFFFF"/>
            </a:solidFill>
            <a:miter/>
          </a:ln>
        </p:spPr>
      </p:pic>
      <p:pic>
        <p:nvPicPr>
          <p:cNvPr id="269" name="Picture 5" descr="Picture 5"/>
          <p:cNvPicPr>
            <a:picLocks noChangeAspect="1"/>
          </p:cNvPicPr>
          <p:nvPr/>
        </p:nvPicPr>
        <p:blipFill>
          <a:blip r:embed="rId4"/>
          <a:srcRect l="28177" t="4254" r="50287" b="52721"/>
          <a:stretch>
            <a:fillRect/>
          </a:stretch>
        </p:blipFill>
        <p:spPr>
          <a:xfrm>
            <a:off x="-10824" y="977876"/>
            <a:ext cx="902284" cy="896761"/>
          </a:xfrm>
          <a:prstGeom prst="rect">
            <a:avLst/>
          </a:prstGeom>
          <a:ln w="25400">
            <a:solidFill>
              <a:schemeClr val="accent2"/>
            </a:solidFill>
            <a:miter/>
          </a:ln>
        </p:spPr>
      </p:pic>
      <p:pic>
        <p:nvPicPr>
          <p:cNvPr id="270" name="Picture 5" descr="Picture 5"/>
          <p:cNvPicPr>
            <a:picLocks noChangeAspect="1"/>
          </p:cNvPicPr>
          <p:nvPr/>
        </p:nvPicPr>
        <p:blipFill>
          <a:blip r:embed="rId5"/>
          <a:srcRect l="50287" t="4254" r="28176" b="52721"/>
          <a:stretch>
            <a:fillRect/>
          </a:stretch>
        </p:blipFill>
        <p:spPr>
          <a:xfrm>
            <a:off x="-10824" y="977876"/>
            <a:ext cx="902284" cy="896761"/>
          </a:xfrm>
          <a:prstGeom prst="rect">
            <a:avLst/>
          </a:prstGeom>
          <a:ln w="25400">
            <a:solidFill>
              <a:srgbClr val="12FF00"/>
            </a:solidFill>
            <a:miter/>
          </a:ln>
        </p:spPr>
      </p:pic>
      <p:sp>
        <p:nvSpPr>
          <p:cNvPr id="271" name="(Rob Fergus)"/>
          <p:cNvSpPr txBox="1"/>
          <p:nvPr/>
        </p:nvSpPr>
        <p:spPr>
          <a:xfrm>
            <a:off x="1801072" y="4372809"/>
            <a:ext cx="1162105" cy="306518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>
            <a:lvl1pPr>
              <a:defRPr sz="1200"/>
            </a:lvl1pPr>
          </a:lstStyle>
          <a:p>
            <a:r>
              <a:t>(Rob Fergus)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Cross Correlation vs Convolu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互</a:t>
            </a:r>
            <a:r>
              <a:rPr lang="ja-JP" altLang="en-US"/>
              <a:t>相关与卷积</a:t>
            </a:r>
            <a:endParaRPr dirty="0"/>
          </a:p>
        </p:txBody>
      </p:sp>
      <p:sp>
        <p:nvSpPr>
          <p:cNvPr id="274" name="2-D Cross Correla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2-D </a:t>
            </a:r>
            <a:r>
              <a:rPr lang="zh-CN" altLang="en-US" dirty="0"/>
              <a:t>互</a:t>
            </a:r>
            <a:r>
              <a:rPr lang="ja-JP" altLang="en-US"/>
              <a:t>相关</a:t>
            </a:r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2-D</a:t>
            </a:r>
            <a:r>
              <a:rPr lang="zh-CN" altLang="en-US" dirty="0"/>
              <a:t> </a:t>
            </a:r>
            <a:r>
              <a:rPr lang="ja-JP" altLang="en-US"/>
              <a:t>卷积</a:t>
            </a:r>
            <a:endParaRPr dirty="0"/>
          </a:p>
          <a:p>
            <a:endParaRPr dirty="0"/>
          </a:p>
          <a:p>
            <a:endParaRPr dirty="0"/>
          </a:p>
          <a:p>
            <a:r>
              <a:rPr lang="ja-JP" altLang="en-US"/>
              <a:t>在对称性方面没有差别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5" name="Equation"/>
              <p:cNvSpPr txBox="1"/>
              <p:nvPr/>
            </p:nvSpPr>
            <p:spPr>
              <a:xfrm>
                <a:off x="3071537" y="1404251"/>
                <a:ext cx="3017405" cy="90676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lim>
                      </m:limUpp>
                      <m:limUpp>
                        <m:limUp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lim>
                      </m:limUpp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sz="2500"/>
              </a:p>
            </p:txBody>
          </p:sp>
        </mc:Choice>
        <mc:Fallback>
          <p:sp>
            <p:nvSpPr>
              <p:cNvPr id="27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537" y="1404251"/>
                <a:ext cx="3017405" cy="906765"/>
              </a:xfrm>
              <a:prstGeom prst="rect">
                <a:avLst/>
              </a:prstGeom>
              <a:blipFill rotWithShape="1">
                <a:blip r:embed="rId1"/>
                <a:stretch>
                  <a:fillRect l="-1" t="-29" r="-35273" b="2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6" name="Equation"/>
              <p:cNvSpPr txBox="1"/>
              <p:nvPr/>
            </p:nvSpPr>
            <p:spPr>
              <a:xfrm>
                <a:off x="3095254" y="2629776"/>
                <a:ext cx="3326236" cy="90676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lim>
                      </m:limUpp>
                      <m:limUpp>
                        <m:limUp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lim>
                      </m:limUpp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sz="2500"/>
              </a:p>
            </p:txBody>
          </p:sp>
        </mc:Choice>
        <mc:Fallback>
          <p:sp>
            <p:nvSpPr>
              <p:cNvPr id="27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254" y="2629776"/>
                <a:ext cx="3326236" cy="906765"/>
              </a:xfrm>
              <a:prstGeom prst="rect">
                <a:avLst/>
              </a:prstGeom>
              <a:blipFill rotWithShape="1">
                <a:blip r:embed="rId2"/>
                <a:stretch>
                  <a:fillRect l="-8" t="-27" r="-33550" b="2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1-D and 3-D Cross Correl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1-D </a:t>
            </a:r>
            <a:r>
              <a:rPr lang="ja-JP" altLang="en-US"/>
              <a:t>和</a:t>
            </a:r>
            <a:r>
              <a:rPr dirty="0"/>
              <a:t> 3-D</a:t>
            </a:r>
            <a:r>
              <a:rPr lang="zh-CN" altLang="en-US" dirty="0"/>
              <a:t> </a:t>
            </a:r>
            <a:r>
              <a:rPr lang="ja-JP" altLang="en-US"/>
              <a:t>交叉相关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9" name="Equation"/>
              <p:cNvSpPr txBox="1"/>
              <p:nvPr/>
            </p:nvSpPr>
            <p:spPr>
              <a:xfrm>
                <a:off x="1044112" y="1593981"/>
                <a:ext cx="1946784" cy="90676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lim>
                      </m:limUpp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sz="2500"/>
              </a:p>
            </p:txBody>
          </p:sp>
        </mc:Choice>
        <mc:Fallback>
          <p:sp>
            <p:nvSpPr>
              <p:cNvPr id="27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12" y="1593981"/>
                <a:ext cx="1946784" cy="906765"/>
              </a:xfrm>
              <a:prstGeom prst="rect">
                <a:avLst/>
              </a:prstGeom>
              <a:blipFill rotWithShape="1">
                <a:blip r:embed="rId1"/>
                <a:stretch>
                  <a:fillRect l="-9" t="-14" r="-29256" b="1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0" name="Equation"/>
              <p:cNvSpPr txBox="1"/>
              <p:nvPr/>
            </p:nvSpPr>
            <p:spPr>
              <a:xfrm>
                <a:off x="4360634" y="1593981"/>
                <a:ext cx="4315328" cy="90676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lim>
                      </m:limUpp>
                      <m:limUpp>
                        <m:limUp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lim>
                      </m:limUpp>
                      <m:limUpp>
                        <m:limUp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lim>
                      </m:limUpp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sz="2500"/>
              </a:p>
            </p:txBody>
          </p:sp>
        </mc:Choice>
        <mc:Fallback>
          <p:sp>
            <p:nvSpPr>
              <p:cNvPr id="28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634" y="1593981"/>
                <a:ext cx="4315328" cy="906765"/>
              </a:xfrm>
              <a:prstGeom prst="rect">
                <a:avLst/>
              </a:prstGeom>
              <a:blipFill rotWithShape="1">
                <a:blip r:embed="rId2"/>
                <a:stretch>
                  <a:fillRect l="-2" t="-14" r="-31565" b="1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1-D…"/>
          <p:cNvSpPr txBox="1">
            <a:spLocks noGrp="1"/>
          </p:cNvSpPr>
          <p:nvPr>
            <p:ph type="body" sz="half" idx="1"/>
          </p:nvPr>
        </p:nvSpPr>
        <p:spPr>
          <a:xfrm>
            <a:off x="340592" y="1009331"/>
            <a:ext cx="3353824" cy="355392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1-D</a:t>
            </a:r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pPr lvl="1"/>
            <a:r>
              <a:rPr lang="ja-JP" altLang="en-US"/>
              <a:t>文本</a:t>
            </a:r>
            <a:endParaRPr lang="ja-JP" altLang="en-US"/>
          </a:p>
          <a:p>
            <a:pPr lvl="1"/>
            <a:r>
              <a:rPr lang="ja-JP" altLang="en-US"/>
              <a:t>语音</a:t>
            </a:r>
            <a:endParaRPr lang="ja-JP" altLang="en-US"/>
          </a:p>
          <a:p>
            <a:pPr lvl="1"/>
            <a:r>
              <a:rPr lang="ja-JP" altLang="en-US"/>
              <a:t>时间序列</a:t>
            </a:r>
            <a:endParaRPr dirty="0"/>
          </a:p>
        </p:txBody>
      </p:sp>
      <p:sp>
        <p:nvSpPr>
          <p:cNvPr id="282" name="3-D…"/>
          <p:cNvSpPr txBox="1"/>
          <p:nvPr/>
        </p:nvSpPr>
        <p:spPr>
          <a:xfrm>
            <a:off x="4255827" y="1009331"/>
            <a:ext cx="3353824" cy="355392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 marL="240665" indent="-240665">
              <a:spcBef>
                <a:spcPts val="500"/>
              </a:spcBef>
              <a:buSzPct val="100000"/>
              <a:buChar char="•"/>
              <a:defRPr sz="2400">
                <a:solidFill>
                  <a:srgbClr val="000000"/>
                </a:solidFill>
              </a:defRPr>
            </a:pPr>
            <a:r>
              <a:rPr dirty="0"/>
              <a:t>3-D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  <a:p>
            <a:pPr marL="621665" lvl="1" indent="-240665">
              <a:spcBef>
                <a:spcPts val="500"/>
              </a:spcBef>
              <a:buSzPct val="100000"/>
              <a:buChar char="•"/>
              <a:defRPr sz="2400">
                <a:solidFill>
                  <a:srgbClr val="000000"/>
                </a:solidFill>
              </a:defRPr>
            </a:pPr>
            <a:r>
              <a:rPr lang="ja-JP" altLang="en-US"/>
              <a:t>视频</a:t>
            </a:r>
            <a:endParaRPr lang="ja-JP" altLang="en-US"/>
          </a:p>
          <a:p>
            <a:pPr marL="621665" lvl="1" indent="-240665">
              <a:spcBef>
                <a:spcPts val="500"/>
              </a:spcBef>
              <a:buSzPct val="100000"/>
              <a:buChar char="•"/>
              <a:defRPr sz="2400">
                <a:solidFill>
                  <a:srgbClr val="000000"/>
                </a:solidFill>
              </a:defRPr>
            </a:pPr>
            <a:r>
              <a:rPr lang="ja-JP" altLang="en-US"/>
              <a:t>医学图像</a:t>
            </a:r>
            <a:endParaRPr dirty="0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6641"/>
            <a:ext cx="9151548" cy="915154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5" name="Padding and Stride"/>
          <p:cNvSpPr txBox="1">
            <a:spLocks noGrp="1"/>
          </p:cNvSpPr>
          <p:nvPr>
            <p:ph type="title"/>
          </p:nvPr>
        </p:nvSpPr>
        <p:spPr>
          <a:xfrm>
            <a:off x="2032785" y="2348662"/>
            <a:ext cx="5078430" cy="173344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 sz="6600"/>
              <a:t>填充和步幅</a:t>
            </a:r>
            <a:endParaRPr sz="6600" dirty="0"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ad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填充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8" name="Given a 32 x 32 input image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40592" y="1009331"/>
                <a:ext cx="6366415" cy="3716467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ja-JP" altLang="en-US"/>
                  <a:t>给定输入图像</a:t>
                </a:r>
                <a:r>
                  <a:rPr lang="zh-CN" altLang="en-US" dirty="0"/>
                  <a:t>（</a:t>
                </a:r>
                <a:r>
                  <a:rPr lang="en-US" altLang="ja-JP" dirty="0"/>
                  <a:t>32 </a:t>
                </a:r>
                <a:r>
                  <a:rPr lang="en-US" dirty="0"/>
                  <a:t>x 32</a:t>
                </a:r>
                <a:r>
                  <a:rPr lang="zh-CN" altLang="en-US" dirty="0"/>
                  <a:t>）</a:t>
                </a:r>
                <a:endParaRPr lang="ja-JP" altLang="en-US"/>
              </a:p>
              <a:p>
                <a:r>
                  <a:rPr lang="zh-CN" altLang="en-US" dirty="0"/>
                  <a:t>应用</a:t>
                </a:r>
                <a:r>
                  <a:rPr lang="en-US" altLang="ja-JP" dirty="0"/>
                  <a:t>5 </a:t>
                </a:r>
                <a:r>
                  <a:rPr lang="en-US" dirty="0"/>
                  <a:t>x 5</a:t>
                </a:r>
                <a:r>
                  <a:rPr lang="zh-CN" altLang="en-US" dirty="0"/>
                  <a:t>大小的 卷积</a:t>
                </a:r>
                <a:r>
                  <a:rPr lang="ja-JP" altLang="en-US"/>
                  <a:t>核</a:t>
                </a:r>
                <a:endParaRPr lang="en-US" altLang="ja-JP" dirty="0"/>
              </a:p>
              <a:p>
                <a:r>
                  <a:rPr lang="zh-CN" altLang="en-US" dirty="0"/>
                  <a:t>第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层得到输出大小</a:t>
                </a:r>
                <a:r>
                  <a:rPr lang="en-US" altLang="ja-JP" dirty="0"/>
                  <a:t>28 </a:t>
                </a:r>
                <a:r>
                  <a:rPr lang="en-US" dirty="0"/>
                  <a:t>x 28</a:t>
                </a:r>
                <a:endParaRPr lang="ja-JP" altLang="en-US"/>
              </a:p>
              <a:p>
                <a:r>
                  <a:rPr lang="zh-CN" altLang="en-US" dirty="0"/>
                  <a:t>第</a:t>
                </a:r>
                <a:r>
                  <a:rPr lang="en-US" altLang="zh-CN" dirty="0"/>
                  <a:t>7</a:t>
                </a:r>
                <a:r>
                  <a:rPr lang="zh-CN" altLang="en-US" dirty="0"/>
                  <a:t>层得到输出大小</a:t>
                </a:r>
                <a:r>
                  <a:rPr lang="en-US" altLang="ja-JP" dirty="0"/>
                  <a:t>4 </a:t>
                </a:r>
                <a:r>
                  <a:rPr lang="en-US" dirty="0"/>
                  <a:t>x 4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r>
                  <a:rPr lang="zh-CN" altLang="en-US" dirty="0"/>
                  <a:t>更大的卷积核可以更快地减小输出 </a:t>
                </a:r>
                <a:endParaRPr lang="zh-CN" altLang="en-US" dirty="0"/>
              </a:p>
              <a:p>
                <a:r>
                  <a:rPr lang="ja-JP" altLang="en-US"/>
                  <a:t>形状从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altLang="zh-CN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ar-AE" altLang="zh-CN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ja-JP" altLang="en-US"/>
                  <a:t>减少到</a:t>
                </a:r>
                <a:endParaRPr lang="ar-AE" dirty="0"/>
              </a:p>
              <a:p>
                <a:endParaRPr dirty="0"/>
              </a:p>
            </p:txBody>
          </p:sp>
        </mc:Choice>
        <mc:Fallback>
          <p:sp>
            <p:nvSpPr>
              <p:cNvPr id="288" name="Given a 32 x 32 input image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0592" y="1009331"/>
                <a:ext cx="6366415" cy="3716467"/>
              </a:xfrm>
              <a:prstGeom prst="rect">
                <a:avLst/>
              </a:prstGeom>
              <a:blipFill rotWithShape="1">
                <a:blip r:embed="rId1"/>
                <a:stretch>
                  <a:fillRect l="-4" t="-9" r="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9" name="Screen Shot 2019-02-15 at 12.21.39 PM.png" descr="Screen Shot 2019-02-15 at 12.21.3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558" y="633269"/>
            <a:ext cx="1574801" cy="160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90" name="Equation"/>
          <p:cNvSpPr txBox="1"/>
          <p:nvPr/>
        </p:nvSpPr>
        <p:spPr>
          <a:xfrm>
            <a:off x="4137754" y="3305312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1" name="Equation"/>
              <p:cNvSpPr txBox="1"/>
              <p:nvPr/>
            </p:nvSpPr>
            <p:spPr>
              <a:xfrm>
                <a:off x="1687961" y="3742310"/>
                <a:ext cx="3450843" cy="28849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)×(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29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961" y="3742310"/>
                <a:ext cx="3450843" cy="288491"/>
              </a:xfrm>
              <a:prstGeom prst="rect">
                <a:avLst/>
              </a:prstGeom>
              <a:blipFill rotWithShape="1">
                <a:blip r:embed="rId3"/>
                <a:stretch>
                  <a:fillRect l="-4" t="-88" r="-30425" b="-2669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2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816" y="2382699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3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816" y="283454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4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6999" y="2382699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5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6999" y="2827460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6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816" y="3286387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7" name="Screen Shot 2019-02-15 at 12.21.39 PM.png" descr="Screen Shot 2019-02-15 at 12.21.3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83" y="3657091"/>
            <a:ext cx="272150" cy="2765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8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183" y="2382699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9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183" y="2827460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0" name="Square"/>
          <p:cNvSpPr/>
          <p:nvPr/>
        </p:nvSpPr>
        <p:spPr>
          <a:xfrm>
            <a:off x="8110466" y="671369"/>
            <a:ext cx="381001" cy="381001"/>
          </a:xfrm>
          <a:prstGeom prst="rect">
            <a:avLst/>
          </a:prstGeom>
          <a:ln w="76200"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301" name="Square"/>
          <p:cNvSpPr/>
          <p:nvPr/>
        </p:nvSpPr>
        <p:spPr>
          <a:xfrm>
            <a:off x="7005566" y="1783032"/>
            <a:ext cx="381001" cy="381001"/>
          </a:xfrm>
          <a:prstGeom prst="rect">
            <a:avLst/>
          </a:prstGeom>
          <a:ln w="76200"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ad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填充</a:t>
            </a:r>
            <a:endParaRPr dirty="0"/>
          </a:p>
        </p:txBody>
      </p:sp>
      <p:sp>
        <p:nvSpPr>
          <p:cNvPr id="304" name="Padding adds rows/columns around input"/>
          <p:cNvSpPr txBox="1">
            <a:spLocks noGrp="1"/>
          </p:cNvSpPr>
          <p:nvPr>
            <p:ph type="body" sz="quarter" idx="1"/>
          </p:nvPr>
        </p:nvSpPr>
        <p:spPr>
          <a:xfrm>
            <a:off x="340592" y="1009331"/>
            <a:ext cx="5729226" cy="1575859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rPr lang="ja-JP" altLang="en-US"/>
              <a:t>填充</a:t>
            </a:r>
            <a:r>
              <a:rPr lang="zh-CN" altLang="en-US" dirty="0"/>
              <a:t>： 在输入周围添加额外的行 </a:t>
            </a:r>
            <a:r>
              <a:rPr lang="en-US" altLang="zh-CN" dirty="0"/>
              <a:t>/</a:t>
            </a:r>
            <a:r>
              <a:rPr lang="zh-CN" altLang="en-US" dirty="0"/>
              <a:t> 列</a:t>
            </a:r>
            <a:endParaRPr dirty="0"/>
          </a:p>
        </p:txBody>
      </p:sp>
      <p:pic>
        <p:nvPicPr>
          <p:cNvPr id="305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399" y="1477467"/>
            <a:ext cx="5657611" cy="23778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6" name="same_padding_no_strides.gif" descr="same_padding_no_strides.gif"/>
          <p:cNvPicPr/>
          <p:nvPr/>
        </p:nvPicPr>
        <p:blipFill>
          <a:blip r:embed="rId2"/>
          <a:stretch>
            <a:fillRect/>
          </a:stretch>
        </p:blipFill>
        <p:spPr>
          <a:xfrm>
            <a:off x="6148830" y="174189"/>
            <a:ext cx="3033135" cy="3447791"/>
          </a:xfrm>
          <a:prstGeom prst="rect">
            <a:avLst/>
          </a:prstGeom>
          <a:ln w="12700">
            <a:miter lim="400000"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7" name="Equation"/>
              <p:cNvSpPr txBox="1"/>
              <p:nvPr/>
            </p:nvSpPr>
            <p:spPr>
              <a:xfrm>
                <a:off x="1177852" y="4435257"/>
                <a:ext cx="3749456" cy="20061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sz="2200"/>
              </a:p>
            </p:txBody>
          </p:sp>
        </mc:Choice>
        <mc:Fallback>
          <p:sp>
            <p:nvSpPr>
              <p:cNvPr id="30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852" y="4435257"/>
                <a:ext cx="3749456" cy="200610"/>
              </a:xfrm>
              <a:prstGeom prst="rect">
                <a:avLst/>
              </a:prstGeom>
              <a:blipFill rotWithShape="1">
                <a:blip r:embed="rId3"/>
                <a:stretch>
                  <a:fillRect l="-15" t="-208" r="-15589" b="-6692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" name="墨迹 1"/>
              <p14:cNvContentPartPr/>
              <p14:nvPr/>
            </p14:nvContentPartPr>
            <p14:xfrm>
              <a:off x="2613025" y="2531110"/>
              <a:ext cx="803275" cy="120840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5"/>
            </p:blipFill>
            <p:spPr>
              <a:xfrm>
                <a:off x="2613025" y="2531110"/>
                <a:ext cx="803275" cy="12084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3" name="墨迹 2"/>
              <p14:cNvContentPartPr/>
              <p14:nvPr/>
            </p14:nvContentPartPr>
            <p14:xfrm>
              <a:off x="2830195" y="2517775"/>
              <a:ext cx="514985" cy="7213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7"/>
            </p:blipFill>
            <p:spPr>
              <a:xfrm>
                <a:off x="2830195" y="2517775"/>
                <a:ext cx="514985" cy="721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4" name="墨迹 3"/>
              <p14:cNvContentPartPr/>
              <p14:nvPr/>
            </p14:nvContentPartPr>
            <p14:xfrm>
              <a:off x="802005" y="2413635"/>
              <a:ext cx="297180" cy="27940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9"/>
            </p:blipFill>
            <p:spPr>
              <a:xfrm>
                <a:off x="802005" y="2413635"/>
                <a:ext cx="297180" cy="279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5" name="墨迹 4"/>
              <p14:cNvContentPartPr/>
              <p14:nvPr/>
            </p14:nvContentPartPr>
            <p14:xfrm>
              <a:off x="3359150" y="2599055"/>
              <a:ext cx="202565" cy="36893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11"/>
            </p:blipFill>
            <p:spPr>
              <a:xfrm>
                <a:off x="3359150" y="2599055"/>
                <a:ext cx="202565" cy="3689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6" name="墨迹 5"/>
              <p14:cNvContentPartPr/>
              <p14:nvPr/>
            </p14:nvContentPartPr>
            <p14:xfrm>
              <a:off x="880110" y="2652395"/>
              <a:ext cx="840105" cy="2921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3"/>
            </p:blipFill>
            <p:spPr>
              <a:xfrm>
                <a:off x="880110" y="2652395"/>
                <a:ext cx="840105" cy="292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7" name="墨迹 6"/>
              <p14:cNvContentPartPr/>
              <p14:nvPr/>
            </p14:nvContentPartPr>
            <p14:xfrm>
              <a:off x="1611630" y="2558415"/>
              <a:ext cx="147955" cy="27305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5"/>
            </p:blipFill>
            <p:spPr>
              <a:xfrm>
                <a:off x="1611630" y="2558415"/>
                <a:ext cx="147955" cy="273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8" name="墨迹 7"/>
              <p14:cNvContentPartPr/>
              <p14:nvPr/>
            </p14:nvContentPartPr>
            <p14:xfrm>
              <a:off x="1626870" y="2423160"/>
              <a:ext cx="190500" cy="23177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7"/>
            </p:blipFill>
            <p:spPr>
              <a:xfrm>
                <a:off x="1626870" y="2423160"/>
                <a:ext cx="190500" cy="231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9" name="墨迹 8"/>
              <p14:cNvContentPartPr/>
              <p14:nvPr/>
            </p14:nvContentPartPr>
            <p14:xfrm>
              <a:off x="3302000" y="2327910"/>
              <a:ext cx="179705" cy="120777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9"/>
            </p:blipFill>
            <p:spPr>
              <a:xfrm>
                <a:off x="3302000" y="2327910"/>
                <a:ext cx="179705" cy="12077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0" name="墨迹 9"/>
              <p14:cNvContentPartPr/>
              <p14:nvPr/>
            </p14:nvContentPartPr>
            <p14:xfrm>
              <a:off x="3602990" y="2409190"/>
              <a:ext cx="647700" cy="146367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21"/>
            </p:blipFill>
            <p:spPr>
              <a:xfrm>
                <a:off x="3602990" y="2409190"/>
                <a:ext cx="647700" cy="1463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1" name="墨迹 10"/>
              <p14:cNvContentPartPr/>
              <p14:nvPr/>
            </p14:nvContentPartPr>
            <p14:xfrm>
              <a:off x="3061335" y="3777615"/>
              <a:ext cx="1029970" cy="63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23"/>
            </p:blipFill>
            <p:spPr>
              <a:xfrm>
                <a:off x="3061335" y="3777615"/>
                <a:ext cx="102997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2" name="墨迹 11"/>
              <p14:cNvContentPartPr/>
              <p14:nvPr/>
            </p14:nvContentPartPr>
            <p14:xfrm>
              <a:off x="3779520" y="1976120"/>
              <a:ext cx="27305" cy="31559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5"/>
            </p:blipFill>
            <p:spPr>
              <a:xfrm>
                <a:off x="3779520" y="1976120"/>
                <a:ext cx="27305" cy="315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3" name="墨迹 12"/>
              <p14:cNvContentPartPr/>
              <p14:nvPr/>
            </p14:nvContentPartPr>
            <p14:xfrm>
              <a:off x="3738880" y="2179320"/>
              <a:ext cx="136525" cy="16383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7"/>
            </p:blipFill>
            <p:spPr>
              <a:xfrm>
                <a:off x="3738880" y="2179320"/>
                <a:ext cx="136525" cy="1638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4" name="墨迹 13"/>
              <p14:cNvContentPartPr/>
              <p14:nvPr/>
            </p14:nvContentPartPr>
            <p14:xfrm>
              <a:off x="1854835" y="1740535"/>
              <a:ext cx="448945" cy="218884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9"/>
            </p:blipFill>
            <p:spPr>
              <a:xfrm>
                <a:off x="1854835" y="1740535"/>
                <a:ext cx="448945" cy="2188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5" name="墨迹 14"/>
              <p14:cNvContentPartPr/>
              <p14:nvPr/>
            </p14:nvContentPartPr>
            <p14:xfrm>
              <a:off x="2492375" y="1880870"/>
              <a:ext cx="635" cy="64198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31"/>
            </p:blipFill>
            <p:spPr>
              <a:xfrm>
                <a:off x="2492375" y="1880870"/>
                <a:ext cx="635" cy="641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16" name="墨迹 15"/>
              <p14:cNvContentPartPr/>
              <p14:nvPr/>
            </p14:nvContentPartPr>
            <p14:xfrm>
              <a:off x="2397760" y="1623695"/>
              <a:ext cx="621665" cy="51498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33"/>
            </p:blipFill>
            <p:spPr>
              <a:xfrm>
                <a:off x="2397760" y="1623695"/>
                <a:ext cx="621665" cy="514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17" name="墨迹 16"/>
              <p14:cNvContentPartPr/>
              <p14:nvPr/>
            </p14:nvContentPartPr>
            <p14:xfrm>
              <a:off x="3155950" y="1976120"/>
              <a:ext cx="172085" cy="19113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5"/>
            </p:blipFill>
            <p:spPr>
              <a:xfrm>
                <a:off x="3155950" y="1976120"/>
                <a:ext cx="172085" cy="191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18" name="墨迹 17"/>
              <p14:cNvContentPartPr/>
              <p14:nvPr/>
            </p14:nvContentPartPr>
            <p14:xfrm>
              <a:off x="3521710" y="1750060"/>
              <a:ext cx="340360" cy="48895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7"/>
            </p:blipFill>
            <p:spPr>
              <a:xfrm>
                <a:off x="3521710" y="1750060"/>
                <a:ext cx="340360" cy="488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19" name="墨迹 18"/>
              <p14:cNvContentPartPr/>
              <p14:nvPr/>
            </p14:nvContentPartPr>
            <p14:xfrm>
              <a:off x="4478020" y="2287270"/>
              <a:ext cx="344170" cy="31559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9"/>
            </p:blipFill>
            <p:spPr>
              <a:xfrm>
                <a:off x="4478020" y="2287270"/>
                <a:ext cx="344170" cy="315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0" name="墨迹 19"/>
              <p14:cNvContentPartPr/>
              <p14:nvPr/>
            </p14:nvContentPartPr>
            <p14:xfrm>
              <a:off x="4933315" y="2259965"/>
              <a:ext cx="296545" cy="34099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41"/>
            </p:blipFill>
            <p:spPr>
              <a:xfrm>
                <a:off x="4933315" y="2259965"/>
                <a:ext cx="296545" cy="3409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1" name="墨迹 20"/>
              <p14:cNvContentPartPr/>
              <p14:nvPr/>
            </p14:nvContentPartPr>
            <p14:xfrm>
              <a:off x="4727575" y="2016125"/>
              <a:ext cx="949960" cy="16383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43"/>
            </p:blipFill>
            <p:spPr>
              <a:xfrm>
                <a:off x="4727575" y="2016125"/>
                <a:ext cx="949960" cy="1638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2" name="墨迹 21"/>
              <p14:cNvContentPartPr/>
              <p14:nvPr/>
            </p14:nvContentPartPr>
            <p14:xfrm>
              <a:off x="5209540" y="1908175"/>
              <a:ext cx="370205" cy="27368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45"/>
            </p:blipFill>
            <p:spPr>
              <a:xfrm>
                <a:off x="5209540" y="1908175"/>
                <a:ext cx="370205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3" name="墨迹 22"/>
              <p14:cNvContentPartPr/>
              <p14:nvPr/>
            </p14:nvContentPartPr>
            <p14:xfrm>
              <a:off x="3813175" y="458470"/>
              <a:ext cx="521970" cy="42227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7"/>
            </p:blipFill>
            <p:spPr>
              <a:xfrm>
                <a:off x="3813175" y="458470"/>
                <a:ext cx="521970" cy="422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4" name="墨迹 23"/>
              <p14:cNvContentPartPr/>
              <p14:nvPr/>
            </p14:nvContentPartPr>
            <p14:xfrm>
              <a:off x="4104640" y="728345"/>
              <a:ext cx="272415" cy="5588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9"/>
            </p:blipFill>
            <p:spPr>
              <a:xfrm>
                <a:off x="4104640" y="728345"/>
                <a:ext cx="272415" cy="558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25" name="墨迹 24"/>
              <p14:cNvContentPartPr/>
              <p14:nvPr/>
            </p14:nvContentPartPr>
            <p14:xfrm>
              <a:off x="4361180" y="648335"/>
              <a:ext cx="203200" cy="36512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51"/>
            </p:blipFill>
            <p:spPr>
              <a:xfrm>
                <a:off x="4361180" y="648335"/>
                <a:ext cx="203200" cy="3651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26" name="墨迹 25"/>
              <p14:cNvContentPartPr/>
              <p14:nvPr/>
            </p14:nvContentPartPr>
            <p14:xfrm>
              <a:off x="4713605" y="770255"/>
              <a:ext cx="14605" cy="24130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53"/>
            </p:blipFill>
            <p:spPr>
              <a:xfrm>
                <a:off x="4713605" y="770255"/>
                <a:ext cx="14605" cy="241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27" name="墨迹 26"/>
              <p14:cNvContentPartPr/>
              <p14:nvPr/>
            </p14:nvContentPartPr>
            <p14:xfrm>
              <a:off x="4754880" y="553720"/>
              <a:ext cx="284480" cy="22987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55"/>
            </p:blipFill>
            <p:spPr>
              <a:xfrm>
                <a:off x="4754880" y="553720"/>
                <a:ext cx="284480" cy="2298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28" name="墨迹 27"/>
              <p14:cNvContentPartPr/>
              <p14:nvPr/>
            </p14:nvContentPartPr>
            <p14:xfrm>
              <a:off x="4995545" y="614045"/>
              <a:ext cx="342900" cy="52070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7"/>
            </p:blipFill>
            <p:spPr>
              <a:xfrm>
                <a:off x="4995545" y="614045"/>
                <a:ext cx="342900" cy="520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29" name="墨迹 28"/>
              <p14:cNvContentPartPr/>
              <p14:nvPr/>
            </p14:nvContentPartPr>
            <p14:xfrm>
              <a:off x="5594350" y="824865"/>
              <a:ext cx="502285" cy="39179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9"/>
            </p:blipFill>
            <p:spPr>
              <a:xfrm>
                <a:off x="5594350" y="824865"/>
                <a:ext cx="502285" cy="391795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ad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填充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0" name="Padding      rows and      columns, output shape will be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ja-JP" altLang="en-US"/>
                  <a:t>填充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zh-CN" altLang="en-US" dirty="0"/>
                  <a:t> 行</a:t>
                </a:r>
                <a:r>
                  <a:rPr lang="en-US" dirty="0" err="1"/>
                  <a:t>和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ar-AE" i="1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dirty="0"/>
                  <a:t> </a:t>
                </a:r>
                <a:r>
                  <a:rPr lang="en-US" dirty="0" err="1"/>
                  <a:t>列</a:t>
                </a:r>
                <a:r>
                  <a:rPr lang="zh-CN" altLang="en-US" dirty="0"/>
                  <a:t>，则输出为：</a:t>
                </a:r>
                <a:endParaRPr lang="en-US" altLang="zh-CN" dirty="0"/>
              </a:p>
              <a:p>
                <a:endParaRPr dirty="0"/>
              </a:p>
              <a:p>
                <a:endParaRPr dirty="0"/>
              </a:p>
              <a:p>
                <a:r>
                  <a:rPr lang="ja-JP" altLang="en-US"/>
                  <a:t>通常取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dirty="0"/>
              </a:p>
              <a:p>
                <a:pPr lvl="1"/>
                <a:r>
                  <a:rPr lang="zh-CN" altLang="en-US" dirty="0"/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zh-CN" altLang="en-US" dirty="0"/>
                  <a:t>为奇数</a:t>
                </a:r>
                <a:r>
                  <a:rPr dirty="0"/>
                  <a:t> :</a:t>
                </a:r>
                <a:r>
                  <a:rPr lang="zh-CN" altLang="en-US" dirty="0"/>
                  <a:t> 在上下两侧</a:t>
                </a:r>
                <a:r>
                  <a:rPr lang="ja-JP" altLang="en-US"/>
                  <a:t>填充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ℎ</m:t>
                            </m:r>
                          </m:sub>
                        </m:sSub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dirty="0"/>
              </a:p>
              <a:p>
                <a:pPr lvl="1"/>
                <a:r>
                  <a:rPr lang="zh-CN" altLang="en-US" dirty="0"/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altLang="zh-CN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zh-CN" altLang="en-US" dirty="0"/>
                  <a:t>为偶数 </a:t>
                </a:r>
                <a:r>
                  <a:rPr dirty="0"/>
                  <a:t>:</a:t>
                </a:r>
                <a:r>
                  <a:rPr lang="zh-CN" altLang="en-US" dirty="0"/>
                  <a:t> 在上侧</a:t>
                </a:r>
                <a:r>
                  <a:rPr lang="ja-JP" altLang="en-US"/>
                  <a:t>填充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dirty="0"/>
                  <a:t>,</a:t>
                </a:r>
                <a:r>
                  <a:rPr lang="zh-CN" altLang="en-US" dirty="0"/>
                  <a:t>在下侧填充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⌊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10" name="Padding      rows and      columns, output shape will be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l="-3" t="-9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1" name="Equation"/>
              <p:cNvSpPr txBox="1"/>
              <p:nvPr/>
            </p:nvSpPr>
            <p:spPr>
              <a:xfrm>
                <a:off x="2299804" y="1672511"/>
                <a:ext cx="4290392" cy="26445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)×(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200"/>
              </a:p>
            </p:txBody>
          </p:sp>
        </mc:Choice>
        <mc:Fallback>
          <p:sp>
            <p:nvSpPr>
              <p:cNvPr id="31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804" y="1672511"/>
                <a:ext cx="4290392" cy="264450"/>
              </a:xfrm>
              <a:prstGeom prst="rect">
                <a:avLst/>
              </a:prstGeom>
              <a:blipFill rotWithShape="1">
                <a:blip r:embed="rId2"/>
                <a:stretch>
                  <a:fillRect l="-11" t="-210" r="-30678" b="-2657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2" name="Equation"/>
          <p:cNvSpPr txBox="1"/>
          <p:nvPr/>
        </p:nvSpPr>
        <p:spPr>
          <a:xfrm>
            <a:off x="1832567" y="1175705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314" name="Equation"/>
          <p:cNvSpPr txBox="1"/>
          <p:nvPr/>
        </p:nvSpPr>
        <p:spPr>
          <a:xfrm>
            <a:off x="3451161" y="2389159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315" name="Equation"/>
          <p:cNvSpPr txBox="1"/>
          <p:nvPr/>
        </p:nvSpPr>
        <p:spPr>
          <a:xfrm>
            <a:off x="5593201" y="2389159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316" name="Equation"/>
          <p:cNvSpPr txBox="1"/>
          <p:nvPr/>
        </p:nvSpPr>
        <p:spPr>
          <a:xfrm>
            <a:off x="1880674" y="2837170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317" name="Equation"/>
          <p:cNvSpPr txBox="1"/>
          <p:nvPr/>
        </p:nvSpPr>
        <p:spPr>
          <a:xfrm>
            <a:off x="3011405" y="2837170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318" name="Equation"/>
          <p:cNvSpPr txBox="1"/>
          <p:nvPr/>
        </p:nvSpPr>
        <p:spPr>
          <a:xfrm>
            <a:off x="1993290" y="3272482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319" name="Equation"/>
          <p:cNvSpPr txBox="1"/>
          <p:nvPr/>
        </p:nvSpPr>
        <p:spPr>
          <a:xfrm>
            <a:off x="3126317" y="3254830"/>
            <a:ext cx="65" cy="33855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200" dirty="0"/>
          </a:p>
        </p:txBody>
      </p:sp>
      <p:sp>
        <p:nvSpPr>
          <p:cNvPr id="320" name="Equation"/>
          <p:cNvSpPr txBox="1"/>
          <p:nvPr/>
        </p:nvSpPr>
        <p:spPr>
          <a:xfrm>
            <a:off x="4949871" y="3254830"/>
            <a:ext cx="65" cy="33855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2329815" y="2162810"/>
              <a:ext cx="5743575" cy="12573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2329815" y="2162810"/>
                <a:ext cx="5743575" cy="1257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" name="墨迹 2"/>
              <p14:cNvContentPartPr/>
              <p14:nvPr/>
            </p14:nvContentPartPr>
            <p14:xfrm>
              <a:off x="2167255" y="3370580"/>
              <a:ext cx="4431030" cy="13652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6"/>
            </p:blipFill>
            <p:spPr>
              <a:xfrm>
                <a:off x="2167255" y="3370580"/>
                <a:ext cx="4431030" cy="136525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tri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步幅</a:t>
            </a:r>
            <a:endParaRPr dirty="0"/>
          </a:p>
        </p:txBody>
      </p:sp>
      <p:sp>
        <p:nvSpPr>
          <p:cNvPr id="323" name="Padding reduces shape linearly with #layers…"/>
          <p:cNvSpPr txBox="1">
            <a:spLocks noGrp="1"/>
          </p:cNvSpPr>
          <p:nvPr>
            <p:ph type="body" sz="half" idx="1"/>
          </p:nvPr>
        </p:nvSpPr>
        <p:spPr>
          <a:xfrm>
            <a:off x="340592" y="1009331"/>
            <a:ext cx="8205304" cy="179082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填充降低的输出大小与层数线性相关 </a:t>
            </a:r>
            <a:endParaRPr lang="zh-CN" altLang="en-US" dirty="0"/>
          </a:p>
          <a:p>
            <a:pPr lvl="1"/>
            <a:r>
              <a:rPr lang="zh-CN" altLang="en-US" dirty="0"/>
              <a:t>给定输入大小</a:t>
            </a:r>
            <a:r>
              <a:rPr lang="en-US" altLang="zh-CN" dirty="0"/>
              <a:t>224*224</a:t>
            </a:r>
            <a:r>
              <a:rPr lang="zh-CN" altLang="en-US" dirty="0"/>
              <a:t>，在使用</a:t>
            </a:r>
            <a:r>
              <a:rPr lang="en-US" altLang="zh-CN" dirty="0"/>
              <a:t>5*5</a:t>
            </a:r>
            <a:r>
              <a:rPr lang="zh-CN" altLang="en-US" dirty="0"/>
              <a:t>卷积核的情况下，需要</a:t>
            </a:r>
            <a:r>
              <a:rPr lang="en-US" altLang="zh-CN" dirty="0"/>
              <a:t>44</a:t>
            </a:r>
            <a:r>
              <a:rPr lang="zh-CN" altLang="en-US" dirty="0"/>
              <a:t>层将输出降低到</a:t>
            </a:r>
            <a:r>
              <a:rPr lang="en-US" altLang="zh-CN" dirty="0"/>
              <a:t>4*4 </a:t>
            </a:r>
            <a:endParaRPr lang="en-US" dirty="0"/>
          </a:p>
          <a:p>
            <a:pPr lvl="1"/>
            <a:r>
              <a:rPr lang="ja-JP" altLang="en-US"/>
              <a:t>需要大量的计算</a:t>
            </a:r>
            <a:endParaRPr dirty="0"/>
          </a:p>
        </p:txBody>
      </p:sp>
      <p:pic>
        <p:nvPicPr>
          <p:cNvPr id="324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3864" y="2975605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5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3864" y="3387200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6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3864" y="3798795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7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3864" y="4210390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8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5459" y="296755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9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5459" y="337914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0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5459" y="379074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1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5459" y="420233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2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859" y="296755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3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859" y="337914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4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859" y="379074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5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859" y="420233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6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0959" y="296755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7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0959" y="337914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8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0959" y="379074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9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0959" y="420233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0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0059" y="296755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1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0059" y="337914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2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0059" y="379074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3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0059" y="420233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4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6459" y="296755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5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6459" y="337914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6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6459" y="379074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7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6459" y="420233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8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2859" y="296755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2859" y="337914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0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2859" y="379074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1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2859" y="420233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2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9259" y="296755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3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9259" y="337914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4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9259" y="379074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5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9259" y="420233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6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1059" y="296755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7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1059" y="337914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8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1059" y="379074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9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1059" y="420233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0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7459" y="296755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1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7459" y="337914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2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7459" y="379074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3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7459" y="420233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3859" y="296755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5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3859" y="337914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6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3859" y="3790743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7" name="Screen Shot 2019-02-15 at 12.22.39 PM.png" descr="Screen Shot 2019-02-15 at 12.22.39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3859" y="4202338"/>
            <a:ext cx="292101" cy="279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59" y="2816595"/>
            <a:ext cx="1790701" cy="17907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659" y="3565895"/>
            <a:ext cx="292101" cy="292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460375" y="-109220"/>
              <a:ext cx="1351280" cy="83947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460375" y="-109220"/>
                <a:ext cx="1351280" cy="839470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tri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步幅</a:t>
            </a:r>
            <a:endParaRPr dirty="0"/>
          </a:p>
        </p:txBody>
      </p:sp>
      <p:sp>
        <p:nvSpPr>
          <p:cNvPr id="372" name="Stride is the #rows/#columns per slide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步幅是指行</a:t>
            </a:r>
            <a:r>
              <a:rPr lang="en-US" altLang="zh-CN" dirty="0"/>
              <a:t>/</a:t>
            </a:r>
            <a:r>
              <a:rPr lang="zh-CN" altLang="en-US" dirty="0"/>
              <a:t>列的滑动步长 </a:t>
            </a:r>
            <a:endParaRPr lang="zh-CN" altLang="en-US" dirty="0"/>
          </a:p>
        </p:txBody>
      </p:sp>
      <p:pic>
        <p:nvPicPr>
          <p:cNvPr id="373" name="Screen Shot 2019-02-15 at 10.16.50 AM.png" descr="Screen Shot 2019-02-15 at 10.16.50 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072" y="2030997"/>
            <a:ext cx="4215367" cy="202844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4" name="Strides of 3 and 2 for height and width"/>
          <p:cNvSpPr txBox="1"/>
          <p:nvPr/>
        </p:nvSpPr>
        <p:spPr>
          <a:xfrm>
            <a:off x="635666" y="1682344"/>
            <a:ext cx="2618664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r>
              <a:rPr lang="ja-JP" altLang="en-US"/>
              <a:t>例</a:t>
            </a:r>
            <a:r>
              <a:rPr lang="zh-CN" altLang="en-US" dirty="0"/>
              <a:t>：高度</a:t>
            </a:r>
            <a:r>
              <a:rPr lang="en-US" altLang="zh-CN" dirty="0"/>
              <a:t>3 </a:t>
            </a:r>
            <a:r>
              <a:rPr lang="zh-CN" altLang="en-US" dirty="0"/>
              <a:t>宽度</a:t>
            </a:r>
            <a:r>
              <a:rPr lang="en-US" altLang="zh-CN" dirty="0"/>
              <a:t>2 </a:t>
            </a:r>
            <a:r>
              <a:rPr lang="zh-CN" altLang="en-US" dirty="0"/>
              <a:t>的步幅 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5" name="Equation"/>
              <p:cNvSpPr txBox="1"/>
              <p:nvPr/>
            </p:nvSpPr>
            <p:spPr>
              <a:xfrm>
                <a:off x="1329884" y="4244429"/>
                <a:ext cx="3071394" cy="44440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e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1800" i="1">
                              <a:solidFill>
                                <a:srgbClr val="474746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eqArr>
                    </m:oMath>
                  </m:oMathPara>
                </a14:m>
                <a:endParaRPr>
                  <a:solidFill>
                    <a:srgbClr val="474746"/>
                  </a:solidFill>
                </a:endParaRPr>
              </a:p>
            </p:txBody>
          </p:sp>
        </mc:Choice>
        <mc:Fallback>
          <p:sp>
            <p:nvSpPr>
              <p:cNvPr id="37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884" y="4244429"/>
                <a:ext cx="3071394" cy="444400"/>
              </a:xfrm>
              <a:prstGeom prst="rect">
                <a:avLst/>
              </a:prstGeom>
              <a:blipFill rotWithShape="1">
                <a:blip r:embed="rId2"/>
                <a:stretch>
                  <a:fillRect l="-6" t="-20" r="-15420" b="-700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6" name="no_padding_strides.gif" descr="no_padding_strides.gif"/>
          <p:cNvPicPr/>
          <p:nvPr/>
        </p:nvPicPr>
        <p:blipFill>
          <a:blip r:embed="rId3"/>
          <a:stretch>
            <a:fillRect/>
          </a:stretch>
        </p:blipFill>
        <p:spPr>
          <a:xfrm>
            <a:off x="5814853" y="190102"/>
            <a:ext cx="3397415" cy="332808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tri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步幅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9" name="Given stride     for the height and stride     for the width,  the output shape i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ja-JP" altLang="en-US"/>
                  <a:t>给出高度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ja-JP" altLang="en-US"/>
                  <a:t>和宽度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ja-JP" altLang="en-US"/>
                  <a:t>的步幅，输出形状是</a:t>
                </a:r>
                <a:endParaRPr lang="ja-JP" altLang="en-US"/>
              </a:p>
              <a:p>
                <a:endParaRPr lang="ja-JP" altLang="en-US"/>
              </a:p>
              <a:p>
                <a:endParaRPr lang="ja-JP" altLang="en-US"/>
              </a:p>
              <a:p>
                <a:r>
                  <a:rPr lang="ja-JP" altLang="en-US"/>
                  <a:t>如果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marL="0" indent="0">
                  <a:buNone/>
                </a:pPr>
                <a:endParaRPr lang="ar-AE" dirty="0"/>
              </a:p>
              <a:p>
                <a:endParaRPr lang="en-US" altLang="ja-JP" dirty="0"/>
              </a:p>
              <a:p>
                <a:r>
                  <a:rPr lang="ja-JP" altLang="en-US"/>
                  <a:t>如果输入高度和宽度可以被步幅整除</a:t>
                </a:r>
                <a:endParaRPr dirty="0"/>
              </a:p>
            </p:txBody>
          </p:sp>
        </mc:Choice>
        <mc:Fallback>
          <p:sp>
            <p:nvSpPr>
              <p:cNvPr id="379" name="Given stride     for the height and stride     for the width,  the output shape is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l="-3" t="-9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" name="Equation"/>
          <p:cNvSpPr txBox="1"/>
          <p:nvPr/>
        </p:nvSpPr>
        <p:spPr>
          <a:xfrm>
            <a:off x="2374430" y="1164574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381" name="Equation"/>
          <p:cNvSpPr txBox="1"/>
          <p:nvPr/>
        </p:nvSpPr>
        <p:spPr>
          <a:xfrm>
            <a:off x="5987719" y="1164574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2" name="Equation"/>
              <p:cNvSpPr txBox="1"/>
              <p:nvPr/>
            </p:nvSpPr>
            <p:spPr>
              <a:xfrm>
                <a:off x="610253" y="1689149"/>
                <a:ext cx="5538265" cy="2728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⌊(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⌋×⌊(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⌋</m:t>
                      </m:r>
                    </m:oMath>
                  </m:oMathPara>
                </a14:m>
                <a:endParaRPr sz="2200" dirty="0"/>
              </a:p>
            </p:txBody>
          </p:sp>
        </mc:Choice>
        <mc:Fallback>
          <p:sp>
            <p:nvSpPr>
              <p:cNvPr id="38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53" y="1689149"/>
                <a:ext cx="5538265" cy="272832"/>
              </a:xfrm>
              <a:prstGeom prst="rect">
                <a:avLst/>
              </a:prstGeom>
              <a:blipFill rotWithShape="1">
                <a:blip r:embed="rId2"/>
                <a:stretch>
                  <a:fillRect t="-18" r="-34469" b="-2287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3" name="Equation"/>
          <p:cNvSpPr txBox="1"/>
          <p:nvPr/>
        </p:nvSpPr>
        <p:spPr>
          <a:xfrm>
            <a:off x="1382796" y="2744903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384" name="Equation"/>
          <p:cNvSpPr txBox="1"/>
          <p:nvPr/>
        </p:nvSpPr>
        <p:spPr>
          <a:xfrm>
            <a:off x="3536804" y="2743929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5" name="Equation"/>
              <p:cNvSpPr txBox="1"/>
              <p:nvPr/>
            </p:nvSpPr>
            <p:spPr>
              <a:xfrm>
                <a:off x="610253" y="3004849"/>
                <a:ext cx="4217942" cy="2728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⌊(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⌋×⌊(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⌋</m:t>
                      </m:r>
                    </m:oMath>
                  </m:oMathPara>
                </a14:m>
                <a:endParaRPr sz="2200" dirty="0"/>
              </a:p>
            </p:txBody>
          </p:sp>
        </mc:Choice>
        <mc:Fallback>
          <p:sp>
            <p:nvSpPr>
              <p:cNvPr id="38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53" y="3004849"/>
                <a:ext cx="4217942" cy="272832"/>
              </a:xfrm>
              <a:prstGeom prst="rect">
                <a:avLst/>
              </a:prstGeom>
              <a:blipFill rotWithShape="1">
                <a:blip r:embed="rId3"/>
                <a:stretch>
                  <a:fillRect t="-11" r="-31698" b="-2287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6" name="Equation"/>
              <p:cNvSpPr txBox="1"/>
              <p:nvPr/>
            </p:nvSpPr>
            <p:spPr>
              <a:xfrm>
                <a:off x="610253" y="4283072"/>
                <a:ext cx="1821288" cy="26249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)×(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200" dirty="0"/>
              </a:p>
            </p:txBody>
          </p:sp>
        </mc:Choice>
        <mc:Fallback>
          <p:sp>
            <p:nvSpPr>
              <p:cNvPr id="38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53" y="4283072"/>
                <a:ext cx="1821288" cy="262494"/>
              </a:xfrm>
              <a:prstGeom prst="rect">
                <a:avLst/>
              </a:prstGeom>
              <a:blipFill rotWithShape="1">
                <a:blip r:embed="rId4"/>
                <a:stretch>
                  <a:fillRect l="-1" t="-241" r="-43470" b="-274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Screen Shot 2019-02-15 at 9.55.00 AM.png" descr="Screen Shot 2019-02-15 at 9.55.00 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69" cy="52365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9" name="Multiple Input and Output Channels"/>
          <p:cNvSpPr txBox="1">
            <a:spLocks noGrp="1"/>
          </p:cNvSpPr>
          <p:nvPr>
            <p:ph type="title"/>
          </p:nvPr>
        </p:nvSpPr>
        <p:spPr>
          <a:xfrm>
            <a:off x="396393" y="1969202"/>
            <a:ext cx="5351264" cy="1205096"/>
          </a:xfrm>
          <a:prstGeom prst="rect">
            <a:avLst/>
          </a:prstGeom>
        </p:spPr>
        <p:txBody>
          <a:bodyPr>
            <a:normAutofit/>
          </a:bodyPr>
          <a:lstStyle>
            <a:lvl1pPr defTabSz="338455">
              <a:defRPr sz="2960">
                <a:solidFill>
                  <a:srgbClr val="FFFFFF"/>
                </a:solidFill>
              </a:defRPr>
            </a:lvl1pPr>
          </a:lstStyle>
          <a:p>
            <a:r>
              <a:rPr lang="ja-JP" altLang="en-US" sz="4000"/>
              <a:t>多个输入和输出通道</a:t>
            </a:r>
            <a:endParaRPr sz="4000" dirty="0"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Multiple Input Chann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多个输入通道</a:t>
            </a:r>
            <a:endParaRPr dirty="0"/>
          </a:p>
        </p:txBody>
      </p:sp>
      <p:sp>
        <p:nvSpPr>
          <p:cNvPr id="392" name="Color image may have three RGB channel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彩色图像可能有</a:t>
            </a:r>
            <a:r>
              <a:rPr lang="zh-CN" altLang="en-US" dirty="0"/>
              <a:t> </a:t>
            </a:r>
            <a:r>
              <a:rPr lang="en-US" dirty="0"/>
              <a:t>RGB</a:t>
            </a:r>
            <a:r>
              <a:rPr lang="zh-CN" altLang="en-US" dirty="0"/>
              <a:t> </a:t>
            </a:r>
            <a:r>
              <a:rPr lang="ja-JP" altLang="en-US"/>
              <a:t>三个通道</a:t>
            </a:r>
            <a:endParaRPr lang="ja-JP" altLang="en-US"/>
          </a:p>
          <a:p>
            <a:r>
              <a:rPr lang="ja-JP" altLang="en-US"/>
              <a:t>转换为灰度会丢失信息</a:t>
            </a:r>
            <a:endParaRPr dirty="0"/>
          </a:p>
        </p:txBody>
      </p:sp>
      <p:pic>
        <p:nvPicPr>
          <p:cNvPr id="393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3021" y="1878444"/>
            <a:ext cx="3317958" cy="331795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Screen Shot 2019-02-15 at 12.07.22 PM.png" descr="Screen Shot 2019-02-15 at 12.07.22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299" y="1878444"/>
            <a:ext cx="9252598" cy="331795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96" name="Multiple Input Chann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多个输入通道</a:t>
            </a:r>
            <a:endParaRPr dirty="0"/>
          </a:p>
        </p:txBody>
      </p:sp>
      <p:sp>
        <p:nvSpPr>
          <p:cNvPr id="397" name="Color image may have three RGB channel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彩色图像可能有</a:t>
            </a:r>
            <a:r>
              <a:rPr lang="zh-CN" altLang="en-US" dirty="0"/>
              <a:t> </a:t>
            </a:r>
            <a:r>
              <a:rPr lang="en-US" dirty="0"/>
              <a:t>RGB</a:t>
            </a:r>
            <a:r>
              <a:rPr lang="zh-CN" altLang="en-US" dirty="0"/>
              <a:t> </a:t>
            </a:r>
            <a:r>
              <a:rPr lang="ja-JP" altLang="en-US"/>
              <a:t>三个通道</a:t>
            </a:r>
            <a:endParaRPr lang="ja-JP" altLang="en-US"/>
          </a:p>
          <a:p>
            <a:r>
              <a:rPr lang="ja-JP" altLang="en-US"/>
              <a:t>转换为灰度会丢失信息</a:t>
            </a:r>
            <a:endParaRPr dirty="0"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Multiple Input Chann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多个输入通道</a:t>
            </a:r>
            <a:endParaRPr dirty="0"/>
          </a:p>
        </p:txBody>
      </p:sp>
      <p:sp>
        <p:nvSpPr>
          <p:cNvPr id="400" name="Have a kernel for each channel, and then sum results over channels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每个通道都有一个卷积核，结果是所 有通道卷积结果的和 </a:t>
            </a:r>
            <a:endParaRPr lang="zh-CN" altLang="en-US" dirty="0"/>
          </a:p>
        </p:txBody>
      </p:sp>
      <p:pic>
        <p:nvPicPr>
          <p:cNvPr id="401" name="Screen Shot 2019-02-15 at 12.45.50 PM.png" descr="Screen Shot 2019-02-15 at 12.45.50 P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90" y="2072938"/>
            <a:ext cx="5311748" cy="2297990"/>
          </a:xfrm>
          <a:prstGeom prst="rect">
            <a:avLst/>
          </a:prstGeom>
          <a:ln w="12700">
            <a:miter lim="400000"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2" name="Equation"/>
              <p:cNvSpPr txBox="1"/>
              <p:nvPr/>
            </p:nvSpPr>
            <p:spPr>
              <a:xfrm>
                <a:off x="6121046" y="2416782"/>
                <a:ext cx="2835343" cy="73902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sz="1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  <m:mr>
                          <m:e/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+(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  <m:mr>
                          <m:e/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56</m:t>
                            </m:r>
                          </m:e>
                        </m:mr>
                      </m:m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40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046" y="2416782"/>
                <a:ext cx="2835343" cy="739026"/>
              </a:xfrm>
              <a:prstGeom prst="rect">
                <a:avLst/>
              </a:prstGeom>
              <a:blipFill rotWithShape="1">
                <a:blip r:embed="rId2"/>
                <a:stretch>
                  <a:fillRect l="-10" t="-82" r="-22854" b="6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Multiple Input Chann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多个输入通道</a:t>
            </a:r>
            <a:endParaRPr dirty="0"/>
          </a:p>
        </p:txBody>
      </p:sp>
      <p:sp>
        <p:nvSpPr>
          <p:cNvPr id="405" name="inpu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                        </a:t>
            </a:r>
            <a:r>
              <a:rPr lang="ja-JP" altLang="en-US"/>
              <a:t>输入</a:t>
            </a:r>
            <a:endParaRPr dirty="0"/>
          </a:p>
          <a:p>
            <a:r>
              <a:rPr dirty="0"/>
              <a:t>                        </a:t>
            </a:r>
            <a:r>
              <a:rPr lang="zh-CN" altLang="en-US" dirty="0"/>
              <a:t>卷积</a:t>
            </a:r>
            <a:r>
              <a:rPr lang="ja-JP" altLang="en-US"/>
              <a:t>核</a:t>
            </a:r>
            <a:endParaRPr dirty="0"/>
          </a:p>
          <a:p>
            <a:r>
              <a:rPr dirty="0"/>
              <a:t>                    </a:t>
            </a:r>
            <a:r>
              <a:rPr lang="ja-JP" altLang="en-US"/>
              <a:t>输出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6" name="Equation"/>
              <p:cNvSpPr txBox="1"/>
              <p:nvPr/>
            </p:nvSpPr>
            <p:spPr>
              <a:xfrm>
                <a:off x="687075" y="1027245"/>
                <a:ext cx="1857475" cy="28635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40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75" y="1027245"/>
                <a:ext cx="1857475" cy="286358"/>
              </a:xfrm>
              <a:prstGeom prst="rect">
                <a:avLst/>
              </a:prstGeom>
              <a:blipFill rotWithShape="1">
                <a:blip r:embed="rId1"/>
                <a:stretch>
                  <a:fillRect t="-157" r="-25942" b="-2757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7" name="Equation"/>
              <p:cNvSpPr txBox="1"/>
              <p:nvPr/>
            </p:nvSpPr>
            <p:spPr>
              <a:xfrm>
                <a:off x="687075" y="1470065"/>
                <a:ext cx="1910510" cy="28849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40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75" y="1470065"/>
                <a:ext cx="1910510" cy="288491"/>
              </a:xfrm>
              <a:prstGeom prst="rect">
                <a:avLst/>
              </a:prstGeom>
              <a:blipFill rotWithShape="1">
                <a:blip r:embed="rId2"/>
                <a:stretch>
                  <a:fillRect t="-14" r="-28561" b="-2677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8" name="Equation"/>
              <p:cNvSpPr txBox="1"/>
              <p:nvPr/>
            </p:nvSpPr>
            <p:spPr>
              <a:xfrm>
                <a:off x="748035" y="1897601"/>
                <a:ext cx="1480046" cy="28635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40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35" y="1897601"/>
                <a:ext cx="1480046" cy="286357"/>
              </a:xfrm>
              <a:prstGeom prst="rect">
                <a:avLst/>
              </a:prstGeom>
              <a:blipFill rotWithShape="1">
                <a:blip r:embed="rId3"/>
                <a:stretch>
                  <a:fillRect t="-77" r="-26009" b="-2765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9" name="Equation"/>
              <p:cNvSpPr txBox="1"/>
              <p:nvPr/>
            </p:nvSpPr>
            <p:spPr>
              <a:xfrm>
                <a:off x="2880106" y="2842345"/>
                <a:ext cx="3088615" cy="10626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e>
                        <m:lim>
                          <m:sSub>
                            <m:sSubPr>
                              <m:ctrlP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lim>
                      </m:limUpp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,:,:</m:t>
                          </m:r>
                        </m:sub>
                      </m:sSub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⋆</m:t>
                      </m:r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,:,:</m:t>
                          </m:r>
                        </m:sub>
                      </m:sSub>
                    </m:oMath>
                  </m:oMathPara>
                </a14:m>
                <a:endParaRPr sz="3000"/>
              </a:p>
            </p:txBody>
          </p:sp>
        </mc:Choice>
        <mc:Fallback>
          <p:sp>
            <p:nvSpPr>
              <p:cNvPr id="40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106" y="2842345"/>
                <a:ext cx="3088615" cy="1062637"/>
              </a:xfrm>
              <a:prstGeom prst="rect">
                <a:avLst/>
              </a:prstGeom>
              <a:blipFill rotWithShape="1">
                <a:blip r:embed="rId4"/>
                <a:stretch>
                  <a:fillRect l="-12" t="-8" r="-23323" b="3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Multiple Output Chann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多个输出通道</a:t>
            </a:r>
            <a:endParaRPr dirty="0"/>
          </a:p>
        </p:txBody>
      </p:sp>
      <p:sp>
        <p:nvSpPr>
          <p:cNvPr id="412" name="No matter how many inputs channels, so far we always get single output channel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7627751" cy="355392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无论有多少输入通道，到目前为止我们只用到单输出通道</a:t>
            </a:r>
            <a:endParaRPr lang="ja-JP" altLang="en-US"/>
          </a:p>
          <a:p>
            <a:r>
              <a:rPr lang="ja-JP" altLang="en-US"/>
              <a:t>我们可以有多个</a:t>
            </a:r>
            <a:r>
              <a:rPr lang="en-US" altLang="ja-JP" dirty="0"/>
              <a:t>3-</a:t>
            </a:r>
            <a:r>
              <a:rPr lang="en-US" dirty="0"/>
              <a:t>D</a:t>
            </a:r>
            <a:r>
              <a:rPr lang="zh-CN" altLang="en-US" dirty="0"/>
              <a:t>卷积核</a:t>
            </a:r>
            <a:r>
              <a:rPr lang="ja-JP" altLang="en-US"/>
              <a:t>，每个核生成一个输出通道</a:t>
            </a:r>
            <a:endParaRPr lang="ja-JP" altLang="en-US"/>
          </a:p>
          <a:p>
            <a:endParaRPr lang="en-US" altLang="ja-JP" dirty="0"/>
          </a:p>
          <a:p>
            <a:r>
              <a:rPr lang="ja-JP" altLang="en-US"/>
              <a:t>输入</a:t>
            </a:r>
            <a:endParaRPr lang="ja-JP" altLang="en-US"/>
          </a:p>
          <a:p>
            <a:r>
              <a:rPr lang="ja-JP" altLang="en-US"/>
              <a:t>内核</a:t>
            </a:r>
            <a:endParaRPr lang="ja-JP" altLang="en-US"/>
          </a:p>
          <a:p>
            <a:r>
              <a:rPr lang="ja-JP" altLang="en-US"/>
              <a:t>输出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3" name="Equation"/>
              <p:cNvSpPr txBox="1"/>
              <p:nvPr/>
            </p:nvSpPr>
            <p:spPr>
              <a:xfrm>
                <a:off x="1682798" y="2695600"/>
                <a:ext cx="1857475" cy="28635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4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798" y="2695600"/>
                <a:ext cx="1857475" cy="286357"/>
              </a:xfrm>
              <a:prstGeom prst="rect">
                <a:avLst/>
              </a:prstGeom>
              <a:blipFill rotWithShape="1">
                <a:blip r:embed="rId1"/>
                <a:stretch>
                  <a:fillRect l="-3" t="-9" r="-25939" b="-2772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4" name="Equation"/>
              <p:cNvSpPr txBox="1"/>
              <p:nvPr/>
            </p:nvSpPr>
            <p:spPr>
              <a:xfrm>
                <a:off x="1605480" y="3126229"/>
                <a:ext cx="2473875" cy="28849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41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480" y="3126229"/>
                <a:ext cx="2473875" cy="288491"/>
              </a:xfrm>
              <a:prstGeom prst="rect">
                <a:avLst/>
              </a:prstGeom>
              <a:blipFill rotWithShape="1">
                <a:blip r:embed="rId2"/>
                <a:stretch>
                  <a:fillRect l="-8" t="-43" r="-28436" b="-2696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5" name="Equation"/>
              <p:cNvSpPr txBox="1"/>
              <p:nvPr/>
            </p:nvSpPr>
            <p:spPr>
              <a:xfrm>
                <a:off x="1680315" y="3571993"/>
                <a:ext cx="2043410" cy="28635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41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315" y="3571993"/>
                <a:ext cx="2043410" cy="286358"/>
              </a:xfrm>
              <a:prstGeom prst="rect">
                <a:avLst/>
              </a:prstGeom>
              <a:blipFill rotWithShape="1">
                <a:blip r:embed="rId3"/>
                <a:stretch>
                  <a:fillRect l="-5" t="-41" r="-26565" b="-2790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6" name="Equation"/>
              <p:cNvSpPr txBox="1"/>
              <p:nvPr/>
            </p:nvSpPr>
            <p:spPr>
              <a:xfrm>
                <a:off x="5050143" y="2845880"/>
                <a:ext cx="2675692" cy="39121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,:,:</m:t>
                          </m:r>
                        </m:sub>
                      </m:sSub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⋆</m:t>
                      </m:r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,:,:,:</m:t>
                          </m:r>
                        </m:sub>
                      </m:sSub>
                    </m:oMath>
                  </m:oMathPara>
                </a14:m>
                <a:endParaRPr sz="3000"/>
              </a:p>
            </p:txBody>
          </p:sp>
        </mc:Choice>
        <mc:Fallback>
          <p:sp>
            <p:nvSpPr>
              <p:cNvPr id="41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143" y="2845880"/>
                <a:ext cx="2675692" cy="391219"/>
              </a:xfrm>
              <a:prstGeom prst="rect">
                <a:avLst/>
              </a:prstGeom>
              <a:blipFill rotWithShape="1">
                <a:blip r:embed="rId4"/>
                <a:stretch>
                  <a:fillRect l="-23" t="-114" r="-31738" b="-1269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7" name="Equation"/>
              <p:cNvSpPr txBox="1"/>
              <p:nvPr/>
            </p:nvSpPr>
            <p:spPr>
              <a:xfrm>
                <a:off x="5165285" y="3408653"/>
                <a:ext cx="2233661" cy="37587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sz="3000"/>
              </a:p>
            </p:txBody>
          </p:sp>
        </mc:Choice>
        <mc:Fallback>
          <p:sp>
            <p:nvSpPr>
              <p:cNvPr id="41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285" y="3408653"/>
                <a:ext cx="2233661" cy="375876"/>
              </a:xfrm>
              <a:prstGeom prst="rect">
                <a:avLst/>
              </a:prstGeom>
              <a:blipFill rotWithShape="1">
                <a:blip r:embed="rId5"/>
                <a:stretch>
                  <a:fillRect l="-9" t="-162" r="-23230" b="-2198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Multiple Input/Output Chann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多个输入和输出通道</a:t>
            </a:r>
            <a:endParaRPr dirty="0"/>
          </a:p>
        </p:txBody>
      </p:sp>
      <p:sp>
        <p:nvSpPr>
          <p:cNvPr id="420" name="Each output channel may recognize a particular patter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每个输出通道可以识别特定模式</a:t>
            </a:r>
            <a:endParaRPr lang="ja-JP" altLang="en-US"/>
          </a:p>
          <a:p>
            <a:endParaRPr lang="ja-JP" altLang="en-US"/>
          </a:p>
          <a:p>
            <a:endParaRPr lang="ja-JP" altLang="en-US"/>
          </a:p>
          <a:p>
            <a:endParaRPr lang="ja-JP" altLang="en-US"/>
          </a:p>
          <a:p>
            <a:endParaRPr lang="ja-JP" altLang="en-US"/>
          </a:p>
          <a:p>
            <a:r>
              <a:rPr lang="ja-JP" altLang="en-US"/>
              <a:t>输入通道内核识别并组合输入中的模式</a:t>
            </a:r>
            <a:endParaRPr dirty="0"/>
          </a:p>
        </p:txBody>
      </p:sp>
      <p:pic>
        <p:nvPicPr>
          <p:cNvPr id="421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918" y="1704394"/>
            <a:ext cx="1094508" cy="109359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Screen Shot 2019-02-15 at 1.04.33 PM.png" descr="Screen Shot 2019-02-15 at 1.04.33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898" y="2028263"/>
            <a:ext cx="406774" cy="419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3" name="Screen Shot 2019-02-15 at 1.04.28 PM.png" descr="Screen Shot 2019-02-15 at 1.04.28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779" y="2023834"/>
            <a:ext cx="455024" cy="419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4" name="Screen Shot 2019-02-15 at 1.04.21 PM.png" descr="Screen Shot 2019-02-15 at 1.04.21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937" y="2026341"/>
            <a:ext cx="443754" cy="419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5" name="Screen Shot 2019-02-15 at 1.04.39 PM.png" descr="Screen Shot 2019-02-15 at 1.04.39 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756" y="2034613"/>
            <a:ext cx="431075" cy="419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6" name="Screen Shot 2019-02-15 at 1.04.46 PM.png" descr="Screen Shot 2019-02-15 at 1.04.46 P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2955" y="2028263"/>
            <a:ext cx="394448" cy="419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7" name="Screen Shot 2019-02-15 at 1.05.35 PM.png" descr="Screen Shot 2019-02-15 at 1.05.35 P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5186" y="2032691"/>
            <a:ext cx="396447" cy="4191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1 x 1 Convolutional Lay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1x1 </a:t>
            </a:r>
            <a:r>
              <a:rPr lang="ja-JP" altLang="en-US"/>
              <a:t>卷积层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0" name="is a popular choice. It doesn’t recognize spatial patterns, but fuse channels.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0" indent="0" defTabSz="448310">
                  <a:buSzTx/>
                  <a:buNone/>
                  <a:defRPr sz="235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ar-AE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ar-AE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ja-JP" altLang="en-US"/>
                  <a:t>是一个受欢迎的选择。 </a:t>
                </a:r>
                <a:endParaRPr lang="en-US" altLang="ja-JP" dirty="0"/>
              </a:p>
              <a:p>
                <a:pPr marL="0" indent="0" defTabSz="448310">
                  <a:buSzTx/>
                  <a:buNone/>
                  <a:defRPr sz="2350"/>
                </a:pPr>
                <a:r>
                  <a:rPr lang="ja-JP" altLang="en-US"/>
                  <a:t>它不识别空间模式，</a:t>
                </a:r>
                <a:r>
                  <a:rPr lang="zh-CN" altLang="en-US" dirty="0"/>
                  <a:t>只</a:t>
                </a:r>
                <a:r>
                  <a:rPr lang="ja-JP" altLang="en-US"/>
                  <a:t>是融合通道。</a:t>
                </a:r>
                <a:endParaRPr lang="ja-JP" altLang="en-US"/>
              </a:p>
              <a:p>
                <a:pPr marL="0" indent="0" defTabSz="448310">
                  <a:buSzTx/>
                  <a:buNone/>
                  <a:defRPr sz="2350"/>
                </a:pPr>
                <a:endParaRPr lang="ja-JP" altLang="en-US"/>
              </a:p>
              <a:p>
                <a:pPr marL="0" indent="0" defTabSz="448310">
                  <a:buSzTx/>
                  <a:buNone/>
                  <a:defRPr sz="2350"/>
                </a:pPr>
                <a:endParaRPr lang="ja-JP" altLang="en-US"/>
              </a:p>
              <a:p>
                <a:pPr marL="0" indent="0" defTabSz="448310">
                  <a:buSzTx/>
                  <a:buNone/>
                  <a:defRPr sz="2350"/>
                </a:pPr>
                <a:endParaRPr lang="ja-JP" altLang="en-US"/>
              </a:p>
              <a:p>
                <a:pPr marL="0" indent="0" defTabSz="448310">
                  <a:buSzTx/>
                  <a:buNone/>
                  <a:defRPr sz="2350"/>
                </a:pPr>
                <a:endParaRPr lang="ja-JP" altLang="en-US"/>
              </a:p>
              <a:p>
                <a:pPr marL="0" indent="0" defTabSz="448310">
                  <a:buSzTx/>
                  <a:buNone/>
                  <a:defRPr sz="2350"/>
                </a:pPr>
                <a:endParaRPr lang="en-US" altLang="ja-JP" dirty="0"/>
              </a:p>
              <a:p>
                <a:pPr marL="0" indent="0" defTabSz="448310">
                  <a:buSzTx/>
                  <a:buNone/>
                  <a:defRPr sz="2350"/>
                </a:pPr>
                <a:r>
                  <a:rPr lang="ja-JP" altLang="en-US"/>
                  <a:t>相当于具有输入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ar-AE" sz="20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ja-JP" altLang="en-US"/>
                  <a:t>和重量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ar-AE" sz="20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ja-JP" altLang="en-US"/>
                  <a:t>的</a:t>
                </a:r>
                <a:r>
                  <a:rPr lang="zh-CN" altLang="en-US" sz="2350" dirty="0"/>
                  <a:t>稠密层 </a:t>
                </a:r>
                <a:r>
                  <a:rPr lang="ja-JP" altLang="en-US"/>
                  <a:t>。</a:t>
                </a:r>
                <a:endParaRPr dirty="0"/>
              </a:p>
            </p:txBody>
          </p:sp>
        </mc:Choice>
        <mc:Fallback>
          <p:sp>
            <p:nvSpPr>
              <p:cNvPr id="430" name="is a popular choice. It doesn’t recognize spatial patterns, but fuse channels.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l="-3" t="-9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1" name="Equation"/>
          <p:cNvSpPr txBox="1"/>
          <p:nvPr/>
        </p:nvSpPr>
        <p:spPr>
          <a:xfrm>
            <a:off x="406838" y="1102142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pic>
        <p:nvPicPr>
          <p:cNvPr id="432" name="Screen Shot 2019-02-15 at 1.13.31 PM.png" descr="Screen Shot 2019-02-15 at 1.13.31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179" y="1948848"/>
            <a:ext cx="5044821" cy="188918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3" name="Equation"/>
          <p:cNvSpPr txBox="1"/>
          <p:nvPr/>
        </p:nvSpPr>
        <p:spPr>
          <a:xfrm>
            <a:off x="4230011" y="3884564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434" name="Equation"/>
          <p:cNvSpPr txBox="1"/>
          <p:nvPr/>
        </p:nvSpPr>
        <p:spPr>
          <a:xfrm>
            <a:off x="415904" y="4240160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put matrix…"/>
              <p:cNvSpPr txBox="1"/>
              <p:nvPr/>
            </p:nvSpPr>
            <p:spPr>
              <a:xfrm>
                <a:off x="321762" y="1141999"/>
                <a:ext cx="4250238" cy="294232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40665" marR="0" indent="-240665" algn="l" defTabSz="457200" rtl="0" latinLnBrk="0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100000"/>
                  <a:buFontTx/>
                  <a:buChar char="•"/>
                  <a:defRPr sz="2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Arial"/>
                  </a:defRPr>
                </a:lvl1pPr>
                <a:lvl2pPr marL="621665" marR="0" indent="-240665" algn="l" defTabSz="457200" rtl="0" latinLnBrk="0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100000"/>
                  <a:buFontTx/>
                  <a:buChar char="•"/>
                  <a:defRPr sz="2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Arial"/>
                  </a:defRPr>
                </a:lvl2pPr>
                <a:lvl3pPr marL="1002665" marR="0" indent="-240665" algn="l" defTabSz="457200" rtl="0" latinLnBrk="0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100000"/>
                  <a:buFontTx/>
                  <a:buChar char="•"/>
                  <a:defRPr sz="2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Arial"/>
                  </a:defRPr>
                </a:lvl3pPr>
                <a:lvl4pPr marL="1383665" marR="0" indent="-240665" algn="l" defTabSz="457200" rtl="0" latinLnBrk="0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100000"/>
                  <a:buFontTx/>
                  <a:buChar char="•"/>
                  <a:defRPr sz="2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Arial"/>
                  </a:defRPr>
                </a:lvl4pPr>
                <a:lvl5pPr marL="1764665" marR="0" indent="-240665" algn="l" defTabSz="457200" rtl="0" latinLnBrk="0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100000"/>
                  <a:buFontTx/>
                  <a:buChar char="•"/>
                  <a:defRPr sz="2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Arial"/>
                  </a:defRPr>
                </a:lvl5pPr>
                <a:lvl6pPr marL="2145665" marR="0" indent="-240665" algn="l" defTabSz="457200" rtl="0" latinLnBrk="0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100000"/>
                  <a:buFontTx/>
                  <a:buChar char="•"/>
                  <a:defRPr sz="2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Arial"/>
                  </a:defRPr>
                </a:lvl6pPr>
                <a:lvl7pPr marL="2526665" marR="0" indent="-240665" algn="l" defTabSz="457200" rtl="0" latinLnBrk="0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100000"/>
                  <a:buFontTx/>
                  <a:buChar char="•"/>
                  <a:defRPr sz="2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Arial"/>
                  </a:defRPr>
                </a:lvl7pPr>
                <a:lvl8pPr marL="2907665" marR="0" indent="-240665" algn="l" defTabSz="457200" rtl="0" latinLnBrk="0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100000"/>
                  <a:buFontTx/>
                  <a:buChar char="•"/>
                  <a:defRPr sz="2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Arial"/>
                  </a:defRPr>
                </a:lvl8pPr>
                <a:lvl9pPr marL="3288665" marR="0" indent="-240665" algn="l" defTabSz="457200" rtl="0" latinLnBrk="0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100000"/>
                  <a:buFontTx/>
                  <a:buChar char="•"/>
                  <a:defRPr sz="2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Arial"/>
                  </a:defRPr>
                </a:lvl9pPr>
              </a:lstStyle>
              <a:p>
                <a:pPr hangingPunct="1"/>
                <a:endParaRPr lang="en-US" altLang="ja-JP" dirty="0">
                  <a:latin typeface="Cambria Math" panose="02040503050406030204" pitchFamily="18" charset="0"/>
                </a:endParaRPr>
              </a:p>
              <a:p>
                <a:pPr hangingPunct="1"/>
                <a:r>
                  <a:rPr lang="ja-JP" altLang="en-US">
                    <a:latin typeface="Cambria Math" panose="02040503050406030204" pitchFamily="18" charset="0"/>
                  </a:rPr>
                  <a:t>输入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i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ar-AE" i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ar-AE" i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i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ar-AE" i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lang="ar-AE" altLang="zh-CN" dirty="0"/>
                  <a:t> </a:t>
                </a:r>
                <a:endParaRPr lang="ja-JP" altLang="en-US">
                  <a:latin typeface="Cambria Math" panose="02040503050406030204" pitchFamily="18" charset="0"/>
                </a:endParaRPr>
              </a:p>
              <a:p>
                <a:pPr hangingPunct="1"/>
                <a:r>
                  <a:rPr lang="zh-CN" altLang="en-US" dirty="0"/>
                  <a:t>卷积核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ja-JP" altLang="en-US" i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i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ar-AE" i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ar-AE" i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i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ar-AE" i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endParaRPr lang="ja-JP" altLang="en-US">
                  <a:latin typeface="Cambria Math" panose="02040503050406030204" pitchFamily="18" charset="0"/>
                </a:endParaRPr>
              </a:p>
              <a:p>
                <a:pPr hangingPunct="1"/>
                <a:r>
                  <a:rPr lang="ja-JP" altLang="en-US"/>
                  <a:t>偏差</a:t>
                </a:r>
                <a14:m>
                  <m:oMath xmlns:m="http://schemas.openxmlformats.org/officeDocument/2006/math"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endParaRPr lang="ja-JP" altLang="en-US">
                  <a:latin typeface="Cambria Math" panose="02040503050406030204" pitchFamily="18" charset="0"/>
                </a:endParaRPr>
              </a:p>
              <a:p>
                <a:pPr hangingPunct="1"/>
                <a:r>
                  <a:rPr lang="ja-JP" altLang="en-US">
                    <a:latin typeface="Cambria Math" panose="02040503050406030204" pitchFamily="18" charset="0"/>
                  </a:rPr>
                  <a:t>输出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ar-AE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ar-AE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lang="ar-AE" altLang="zh-CN" dirty="0"/>
                  <a:t> </a:t>
                </a:r>
                <a:endParaRPr lang="ja-JP" altLang="en-US">
                  <a:latin typeface="Cambria Math" panose="02040503050406030204" pitchFamily="18" charset="0"/>
                </a:endParaRPr>
              </a:p>
              <a:p>
                <a:pPr hangingPunct="1"/>
                <a:endParaRPr lang="en-US" altLang="ja-JP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input matrix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62" y="1141999"/>
                <a:ext cx="4250238" cy="2942322"/>
              </a:xfrm>
              <a:prstGeom prst="rect">
                <a:avLst/>
              </a:prstGeom>
              <a:blipFill rotWithShape="1">
                <a:blip r:embed="rId1"/>
                <a:stretch>
                  <a:fillRect l="-11" t="-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1 x 1 Convolutional Layer"/>
          <p:cNvSpPr txBox="1"/>
          <p:nvPr/>
        </p:nvSpPr>
        <p:spPr>
          <a:xfrm>
            <a:off x="321761" y="114935"/>
            <a:ext cx="8205305" cy="545743"/>
          </a:xfrm>
          <a:prstGeom prst="rect">
            <a:avLst/>
          </a:prstGeom>
        </p:spPr>
        <p:txBody>
          <a:bodyPr/>
          <a:lstStyle>
            <a:lvl1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hangingPunct="1"/>
            <a:r>
              <a:rPr lang="en-US" altLang="zh-CN" dirty="0"/>
              <a:t>2-D</a:t>
            </a:r>
            <a:r>
              <a:rPr lang="en-US" dirty="0"/>
              <a:t> </a:t>
            </a:r>
            <a:r>
              <a:rPr lang="ja-JP" altLang="en-US"/>
              <a:t>卷积层</a:t>
            </a:r>
            <a:endParaRPr lang="ja-JP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61" y="1002298"/>
            <a:ext cx="2501900" cy="279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680" y="1557158"/>
            <a:ext cx="1320800" cy="876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1109" y="905001"/>
            <a:ext cx="3391311" cy="3416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hangingPunct="1"/>
            <a:r>
              <a:rPr lang="ja-JP" altLang="en-US">
                <a:latin typeface="Cambria Math" panose="02040503050406030204" pitchFamily="18" charset="0"/>
              </a:rPr>
              <a:t>复杂性（浮点运算</a:t>
            </a:r>
            <a:r>
              <a:rPr lang="en-US" dirty="0">
                <a:latin typeface="Cambria Math" panose="02040503050406030204" pitchFamily="18" charset="0"/>
              </a:rPr>
              <a:t>FLOP</a:t>
            </a:r>
            <a:r>
              <a:rPr lang="ja-JP" altLang="en-US">
                <a:latin typeface="Cambria Math" panose="02040503050406030204" pitchFamily="18" charset="0"/>
              </a:rPr>
              <a:t>的数量）</a:t>
            </a:r>
            <a:endParaRPr lang="en-US" altLang="ja-JP" dirty="0">
              <a:latin typeface="Cambria Math" panose="02040503050406030204" pitchFamily="18" charset="0"/>
            </a:endParaRPr>
          </a:p>
          <a:p>
            <a:pPr hangingPunct="1"/>
            <a:endParaRPr lang="en-US" altLang="ja-JP" dirty="0">
              <a:latin typeface="Cambria Math" panose="02040503050406030204" pitchFamily="18" charset="0"/>
            </a:endParaRPr>
          </a:p>
          <a:p>
            <a:pPr hangingPunct="1"/>
            <a:endParaRPr lang="en-US" altLang="ja-JP" dirty="0">
              <a:latin typeface="Cambria Math" panose="02040503050406030204" pitchFamily="18" charset="0"/>
            </a:endParaRPr>
          </a:p>
          <a:p>
            <a:pPr hangingPunct="1"/>
            <a:endParaRPr lang="en-US" altLang="ja-JP" dirty="0">
              <a:latin typeface="Cambria Math" panose="02040503050406030204" pitchFamily="18" charset="0"/>
            </a:endParaRPr>
          </a:p>
          <a:p>
            <a:pPr hangingPunct="1"/>
            <a:r>
              <a:rPr lang="en-US" altLang="ja-JP" dirty="0">
                <a:latin typeface="Cambria Math" panose="02040503050406030204" pitchFamily="18" charset="0"/>
              </a:rPr>
              <a:t>  </a:t>
            </a:r>
            <a:endParaRPr lang="en-US" altLang="ja-JP" dirty="0">
              <a:latin typeface="Cambria Math" panose="02040503050406030204" pitchFamily="18" charset="0"/>
            </a:endParaRPr>
          </a:p>
          <a:p>
            <a:pPr hangingPunct="1"/>
            <a:endParaRPr lang="en-US" altLang="ja-JP" dirty="0">
              <a:latin typeface="Cambria Math" panose="02040503050406030204" pitchFamily="18" charset="0"/>
            </a:endParaRPr>
          </a:p>
          <a:p>
            <a:pPr hangingPunct="1"/>
            <a:endParaRPr lang="en-US" altLang="ja-JP" dirty="0">
              <a:latin typeface="Cambria Math" panose="02040503050406030204" pitchFamily="18" charset="0"/>
            </a:endParaRPr>
          </a:p>
          <a:p>
            <a:pPr hangingPunct="1"/>
            <a:endParaRPr lang="en-US" altLang="ja-JP" dirty="0">
              <a:latin typeface="Cambria Math" panose="02040503050406030204" pitchFamily="18" charset="0"/>
            </a:endParaRPr>
          </a:p>
          <a:p>
            <a:pPr hangingPunct="1"/>
            <a:r>
              <a:rPr lang="en-US" altLang="ja-JP" dirty="0">
                <a:latin typeface="Cambria Math" panose="02040503050406030204" pitchFamily="18" charset="0"/>
              </a:rPr>
              <a:t>10</a:t>
            </a:r>
            <a:r>
              <a:rPr lang="ja-JP" altLang="en-US">
                <a:latin typeface="Cambria Math" panose="02040503050406030204" pitchFamily="18" charset="0"/>
              </a:rPr>
              <a:t>层，</a:t>
            </a:r>
            <a:r>
              <a:rPr lang="en-US" altLang="ja-JP" dirty="0">
                <a:latin typeface="Cambria Math" panose="02040503050406030204" pitchFamily="18" charset="0"/>
              </a:rPr>
              <a:t>1</a:t>
            </a:r>
            <a:r>
              <a:rPr lang="en-US" dirty="0">
                <a:latin typeface="Cambria Math" panose="02040503050406030204" pitchFamily="18" charset="0"/>
              </a:rPr>
              <a:t>M</a:t>
            </a:r>
            <a:r>
              <a:rPr lang="ja-JP" altLang="en-US">
                <a:latin typeface="Cambria Math" panose="02040503050406030204" pitchFamily="18" charset="0"/>
              </a:rPr>
              <a:t>示例：</a:t>
            </a:r>
            <a:r>
              <a:rPr lang="en-US" altLang="ja-JP" dirty="0">
                <a:latin typeface="Cambria Math" panose="02040503050406030204" pitchFamily="18" charset="0"/>
              </a:rPr>
              <a:t>10</a:t>
            </a:r>
            <a:r>
              <a:rPr lang="en-US" dirty="0">
                <a:latin typeface="Cambria Math" panose="02040503050406030204" pitchFamily="18" charset="0"/>
              </a:rPr>
              <a:t>PF</a:t>
            </a:r>
            <a:endParaRPr lang="en-US" dirty="0">
              <a:latin typeface="Cambria Math" panose="02040503050406030204" pitchFamily="18" charset="0"/>
            </a:endParaRPr>
          </a:p>
          <a:p>
            <a:pPr hangingPunct="1"/>
            <a:r>
              <a:rPr lang="en-US" dirty="0">
                <a:latin typeface="Cambria Math" panose="02040503050406030204" pitchFamily="18" charset="0"/>
              </a:rPr>
              <a:t>（CPU：0.15 TF = 18h，</a:t>
            </a:r>
            <a:endParaRPr lang="en-US" dirty="0">
              <a:latin typeface="Cambria Math" panose="02040503050406030204" pitchFamily="18" charset="0"/>
            </a:endParaRPr>
          </a:p>
          <a:p>
            <a:pPr hangingPunct="1"/>
            <a:r>
              <a:rPr lang="en-US" dirty="0">
                <a:latin typeface="Cambria Math" panose="02040503050406030204" pitchFamily="18" charset="0"/>
              </a:rPr>
              <a:t>    GPU：12 TF = 14min）</a:t>
            </a:r>
            <a:endParaRPr lang="en-US" dirty="0">
              <a:latin typeface="Cambria Math" panose="02040503050406030204" pitchFamily="18" charset="0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680" y="2577107"/>
            <a:ext cx="1866900" cy="2667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720" y="-839369"/>
            <a:ext cx="9147720" cy="68570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8" name="Pooling Layer"/>
          <p:cNvSpPr txBox="1">
            <a:spLocks noGrp="1"/>
          </p:cNvSpPr>
          <p:nvPr>
            <p:ph type="title"/>
          </p:nvPr>
        </p:nvSpPr>
        <p:spPr>
          <a:xfrm>
            <a:off x="979868" y="1934368"/>
            <a:ext cx="7772401" cy="930106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 sz="6000"/>
              <a:t>池化层</a:t>
            </a:r>
            <a:endParaRPr sz="6000" dirty="0"/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池化层</a:t>
            </a:r>
            <a:endParaRPr dirty="0"/>
          </a:p>
        </p:txBody>
      </p:sp>
      <p:sp>
        <p:nvSpPr>
          <p:cNvPr id="451" name="Convolution is sensitive to posi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卷积对位置敏感</a:t>
            </a:r>
            <a:endParaRPr lang="ja-JP" altLang="en-US"/>
          </a:p>
          <a:p>
            <a:pPr lvl="1"/>
            <a:r>
              <a:rPr lang="ja-JP" altLang="en-US"/>
              <a:t>检测垂直边缘</a:t>
            </a:r>
            <a:endParaRPr lang="ja-JP" altLang="en-US"/>
          </a:p>
          <a:p>
            <a:endParaRPr lang="ja-JP" altLang="en-US"/>
          </a:p>
          <a:p>
            <a:endParaRPr lang="ja-JP" altLang="en-US"/>
          </a:p>
          <a:p>
            <a:endParaRPr lang="ja-JP" altLang="en-US"/>
          </a:p>
          <a:p>
            <a:r>
              <a:rPr lang="ja-JP" altLang="en-US"/>
              <a:t>需要一定程度的平移不变性</a:t>
            </a:r>
            <a:endParaRPr lang="ja-JP" altLang="en-US"/>
          </a:p>
          <a:p>
            <a:pPr lvl="1"/>
            <a:r>
              <a:rPr lang="ja-JP" altLang="en-US"/>
              <a:t>照明，物体位置，比例，外观等等因图像而异</a:t>
            </a:r>
            <a:endParaRPr dirty="0"/>
          </a:p>
        </p:txBody>
      </p:sp>
      <p:sp>
        <p:nvSpPr>
          <p:cNvPr id="452" name="X"/>
          <p:cNvSpPr txBox="1"/>
          <p:nvPr/>
        </p:nvSpPr>
        <p:spPr>
          <a:xfrm>
            <a:off x="1034573" y="2324371"/>
            <a:ext cx="256616" cy="35066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453" name="Y"/>
          <p:cNvSpPr txBox="1"/>
          <p:nvPr/>
        </p:nvSpPr>
        <p:spPr>
          <a:xfrm>
            <a:off x="3866766" y="2324371"/>
            <a:ext cx="256615" cy="35066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Y</a:t>
            </a:r>
          </a:p>
        </p:txBody>
      </p:sp>
      <p:pic>
        <p:nvPicPr>
          <p:cNvPr id="454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330" y="1955394"/>
            <a:ext cx="2203569" cy="108861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5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742" y="1970843"/>
            <a:ext cx="2249748" cy="105771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56" name="0 output with 1 pixel shift"/>
          <p:cNvSpPr/>
          <p:nvPr/>
        </p:nvSpPr>
        <p:spPr>
          <a:xfrm>
            <a:off x="5811679" y="1193074"/>
            <a:ext cx="2208916" cy="751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77" y="0"/>
                </a:moveTo>
                <a:cubicBezTo>
                  <a:pt x="2540" y="0"/>
                  <a:pt x="2185" y="494"/>
                  <a:pt x="2185" y="1103"/>
                </a:cubicBezTo>
                <a:lnTo>
                  <a:pt x="2185" y="11524"/>
                </a:lnTo>
                <a:lnTo>
                  <a:pt x="0" y="21600"/>
                </a:lnTo>
                <a:lnTo>
                  <a:pt x="5137" y="17478"/>
                </a:lnTo>
                <a:lnTo>
                  <a:pt x="20807" y="17478"/>
                </a:lnTo>
                <a:cubicBezTo>
                  <a:pt x="21245" y="17478"/>
                  <a:pt x="21600" y="16985"/>
                  <a:pt x="21600" y="16376"/>
                </a:cubicBezTo>
                <a:lnTo>
                  <a:pt x="21600" y="1103"/>
                </a:lnTo>
                <a:cubicBezTo>
                  <a:pt x="21600" y="494"/>
                  <a:pt x="21245" y="0"/>
                  <a:pt x="20807" y="0"/>
                </a:cubicBezTo>
                <a:lnTo>
                  <a:pt x="2977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r"/>
            <a:r>
              <a:rPr lang="en-US" altLang="ja-JP" dirty="0"/>
              <a:t>0</a:t>
            </a:r>
            <a:r>
              <a:rPr lang="ja-JP" altLang="en-US"/>
              <a:t>输出，</a:t>
            </a:r>
            <a:r>
              <a:rPr lang="en-US" altLang="ja-JP" dirty="0"/>
              <a:t>1</a:t>
            </a:r>
            <a:r>
              <a:rPr lang="ja-JP" altLang="en-US"/>
              <a:t>像素移位</a:t>
            </a:r>
            <a:endParaRPr dirty="0"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2-D Max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2-D </a:t>
            </a:r>
            <a:r>
              <a:rPr lang="ja-JP" altLang="en-US"/>
              <a:t>最大池化</a:t>
            </a:r>
            <a:endParaRPr dirty="0"/>
          </a:p>
        </p:txBody>
      </p:sp>
      <p:sp>
        <p:nvSpPr>
          <p:cNvPr id="459" name="Returns the maximal value in the sliding window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5535466" cy="355392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返回滑动窗口中的最大值</a:t>
            </a:r>
            <a:endParaRPr dirty="0"/>
          </a:p>
        </p:txBody>
      </p:sp>
      <p:pic>
        <p:nvPicPr>
          <p:cNvPr id="460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723" y="1780837"/>
            <a:ext cx="4215984" cy="185670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61" name="no_padding_no_strides.gif" descr="no_padding_no_strides.gif"/>
          <p:cNvPicPr/>
          <p:nvPr/>
        </p:nvPicPr>
        <p:blipFill>
          <a:blip r:embed="rId2"/>
          <a:stretch>
            <a:fillRect/>
          </a:stretch>
        </p:blipFill>
        <p:spPr>
          <a:xfrm>
            <a:off x="5569863" y="808108"/>
            <a:ext cx="3293136" cy="3495583"/>
          </a:xfrm>
          <a:prstGeom prst="rect">
            <a:avLst/>
          </a:prstGeom>
          <a:ln w="12700">
            <a:miter lim="400000"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Equation"/>
              <p:cNvSpPr txBox="1"/>
              <p:nvPr/>
            </p:nvSpPr>
            <p:spPr>
              <a:xfrm>
                <a:off x="1869403" y="3861792"/>
                <a:ext cx="1910134" cy="23860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eqArr>
                    </m:oMath>
                  </m:oMathPara>
                </a14:m>
                <a:endParaRPr sz="2200" dirty="0"/>
              </a:p>
            </p:txBody>
          </p:sp>
        </mc:Choice>
        <mc:Fallback>
          <p:sp>
            <p:nvSpPr>
              <p:cNvPr id="46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403" y="3861792"/>
                <a:ext cx="1910134" cy="238609"/>
              </a:xfrm>
              <a:prstGeom prst="rect">
                <a:avLst/>
              </a:prstGeom>
              <a:blipFill rotWithShape="1">
                <a:blip r:embed="rId3"/>
                <a:stretch>
                  <a:fillRect l="-31" t="-150" r="-30650" b="-4036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ea typeface="SimSun" charset="0"/>
              </a:rPr>
              <a:t>池化</a:t>
            </a:r>
            <a:endParaRPr lang="zh-CN" altLang="en-US">
              <a:ea typeface="SimSun" charset="0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371600" y="1047750"/>
          <a:ext cx="6400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3560" y="1399540"/>
            <a:ext cx="3048000" cy="1475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16x16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2x2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SimSun" charset="0"/>
                <a:cs typeface="+mj-cs"/>
                <a:sym typeface="Arial"/>
              </a:rPr>
              <a:t>= 8x8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SimSun" charset="0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0996" y="2394145"/>
            <a:ext cx="2249749" cy="105771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5" name="2-D Max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2-D </a:t>
            </a:r>
            <a:r>
              <a:rPr lang="ja-JP" altLang="en-US"/>
              <a:t>最大池化</a:t>
            </a:r>
            <a:endParaRPr dirty="0"/>
          </a:p>
        </p:txBody>
      </p:sp>
      <p:sp>
        <p:nvSpPr>
          <p:cNvPr id="466" name="Returns the maximal value in the sliding window"/>
          <p:cNvSpPr txBox="1">
            <a:spLocks noGrp="1"/>
          </p:cNvSpPr>
          <p:nvPr>
            <p:ph type="body" sz="quarter" idx="1"/>
          </p:nvPr>
        </p:nvSpPr>
        <p:spPr>
          <a:xfrm>
            <a:off x="340592" y="1009331"/>
            <a:ext cx="7695961" cy="874871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返回滑动窗口中的最大值</a:t>
            </a:r>
            <a:endParaRPr dirty="0"/>
          </a:p>
        </p:txBody>
      </p:sp>
      <p:sp>
        <p:nvSpPr>
          <p:cNvPr id="467" name="Conv output"/>
          <p:cNvSpPr txBox="1"/>
          <p:nvPr/>
        </p:nvSpPr>
        <p:spPr>
          <a:xfrm>
            <a:off x="3594608" y="1742924"/>
            <a:ext cx="1015661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r>
              <a:rPr lang="zh-CN" altLang="en-US" dirty="0"/>
              <a:t>卷积</a:t>
            </a:r>
            <a:r>
              <a:rPr lang="ja-JP" altLang="en-US"/>
              <a:t>输出</a:t>
            </a:r>
            <a:endParaRPr dirty="0"/>
          </a:p>
        </p:txBody>
      </p:sp>
      <p:sp>
        <p:nvSpPr>
          <p:cNvPr id="468" name="2 x 2 max pooling"/>
          <p:cNvSpPr txBox="1"/>
          <p:nvPr/>
        </p:nvSpPr>
        <p:spPr>
          <a:xfrm>
            <a:off x="6136159" y="1742924"/>
            <a:ext cx="1451677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r>
              <a:rPr lang="en-US" dirty="0"/>
              <a:t>2-D </a:t>
            </a:r>
            <a:r>
              <a:rPr lang="ja-JP" altLang="en-US"/>
              <a:t>最大池化</a:t>
            </a:r>
            <a:endParaRPr dirty="0"/>
          </a:p>
        </p:txBody>
      </p:sp>
      <p:sp>
        <p:nvSpPr>
          <p:cNvPr id="469" name="Vertical edge detection"/>
          <p:cNvSpPr txBox="1"/>
          <p:nvPr/>
        </p:nvSpPr>
        <p:spPr>
          <a:xfrm>
            <a:off x="668337" y="1742924"/>
            <a:ext cx="1477325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r>
              <a:rPr lang="ja-JP" altLang="en-US"/>
              <a:t>垂直边缘检测</a:t>
            </a:r>
            <a:endParaRPr dirty="0"/>
          </a:p>
        </p:txBody>
      </p:sp>
      <p:pic>
        <p:nvPicPr>
          <p:cNvPr id="470" name="Image" descr="Image"/>
          <p:cNvPicPr>
            <a:picLocks noChangeAspect="1"/>
          </p:cNvPicPr>
          <p:nvPr/>
        </p:nvPicPr>
        <p:blipFill>
          <a:blip r:embed="rId2"/>
          <a:srcRect l="43797" r="25699"/>
          <a:stretch>
            <a:fillRect/>
          </a:stretch>
        </p:blipFill>
        <p:spPr>
          <a:xfrm>
            <a:off x="6019057" y="2425296"/>
            <a:ext cx="490252" cy="10315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1" name="Image" descr="Image"/>
          <p:cNvPicPr>
            <a:picLocks noChangeAspect="1"/>
          </p:cNvPicPr>
          <p:nvPr/>
        </p:nvPicPr>
        <p:blipFill>
          <a:blip r:embed="rId2"/>
          <a:srcRect l="43793" r="25707"/>
          <a:stretch>
            <a:fillRect/>
          </a:stretch>
        </p:blipFill>
        <p:spPr>
          <a:xfrm>
            <a:off x="6944252" y="2400037"/>
            <a:ext cx="490055" cy="10312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36" y="2394145"/>
            <a:ext cx="2203569" cy="108861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3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1247" y="2409594"/>
            <a:ext cx="2249749" cy="105771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4" name="Tolerant to 1 pixel shift"/>
          <p:cNvSpPr/>
          <p:nvPr/>
        </p:nvSpPr>
        <p:spPr>
          <a:xfrm>
            <a:off x="5192204" y="3568257"/>
            <a:ext cx="2395631" cy="794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03" y="0"/>
                </a:moveTo>
                <a:lnTo>
                  <a:pt x="12544" y="4859"/>
                </a:lnTo>
                <a:lnTo>
                  <a:pt x="882" y="4859"/>
                </a:lnTo>
                <a:cubicBezTo>
                  <a:pt x="395" y="4859"/>
                  <a:pt x="0" y="5332"/>
                  <a:pt x="0" y="5915"/>
                </a:cubicBezTo>
                <a:lnTo>
                  <a:pt x="0" y="20544"/>
                </a:lnTo>
                <a:cubicBezTo>
                  <a:pt x="0" y="21127"/>
                  <a:pt x="395" y="21600"/>
                  <a:pt x="882" y="21600"/>
                </a:cubicBezTo>
                <a:lnTo>
                  <a:pt x="20718" y="21600"/>
                </a:lnTo>
                <a:cubicBezTo>
                  <a:pt x="21205" y="21600"/>
                  <a:pt x="21600" y="21127"/>
                  <a:pt x="21600" y="20544"/>
                </a:cubicBezTo>
                <a:lnTo>
                  <a:pt x="21600" y="5915"/>
                </a:lnTo>
                <a:cubicBezTo>
                  <a:pt x="21600" y="5332"/>
                  <a:pt x="21205" y="4859"/>
                  <a:pt x="20718" y="4859"/>
                </a:cubicBezTo>
                <a:lnTo>
                  <a:pt x="16066" y="4859"/>
                </a:lnTo>
                <a:lnTo>
                  <a:pt x="14303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可容</a:t>
            </a:r>
            <a:r>
              <a:rPr lang="en-US" altLang="ja-JP" dirty="0"/>
              <a:t>1</a:t>
            </a:r>
            <a:r>
              <a:rPr lang="ja-JP" altLang="en-US"/>
              <a:t>像素移位</a:t>
            </a:r>
            <a:endParaRPr dirty="0"/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adding, Stride, and Multiple Chann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池化层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ja-JP" altLang="en-US"/>
              <a:t>填充，步幅和多个通道</a:t>
            </a:r>
            <a:endParaRPr dirty="0"/>
          </a:p>
        </p:txBody>
      </p:sp>
      <p:sp>
        <p:nvSpPr>
          <p:cNvPr id="477" name="Pooling layers have similar padding and stride as convolutional layers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4884551" cy="355392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池化层与卷积层类似，都具有填充和步幅 </a:t>
            </a:r>
            <a:endParaRPr lang="zh-CN" altLang="en-US" dirty="0"/>
          </a:p>
          <a:p>
            <a:r>
              <a:rPr lang="ja-JP" altLang="en-US"/>
              <a:t>没有可学习的参数</a:t>
            </a:r>
            <a:endParaRPr lang="ja-JP" altLang="en-US"/>
          </a:p>
          <a:p>
            <a:r>
              <a:rPr lang="ja-JP" altLang="en-US"/>
              <a:t>在每个输入通道应用池化层以获得相应的输出通道</a:t>
            </a:r>
            <a:endParaRPr lang="en-US" altLang="ja-JP" dirty="0"/>
          </a:p>
          <a:p>
            <a:r>
              <a:rPr lang="en-US" altLang="ja-JP" dirty="0"/>
              <a:t>#</a:t>
            </a:r>
            <a:r>
              <a:rPr lang="ja-JP" altLang="en-US"/>
              <a:t>输出通道</a:t>
            </a:r>
            <a:r>
              <a:rPr lang="zh-CN" altLang="en-US" dirty="0"/>
              <a:t> </a:t>
            </a:r>
            <a:r>
              <a:rPr lang="en-US" dirty="0"/>
              <a:t>= #</a:t>
            </a:r>
            <a:r>
              <a:rPr lang="ja-JP" altLang="en-US"/>
              <a:t>输入通道</a:t>
            </a:r>
            <a:endParaRPr b="1" dirty="0"/>
          </a:p>
        </p:txBody>
      </p:sp>
      <p:pic>
        <p:nvPicPr>
          <p:cNvPr id="478" name="padding_strides.gif" descr="padding_strides.gif"/>
          <p:cNvPicPr/>
          <p:nvPr/>
        </p:nvPicPr>
        <p:blipFill>
          <a:blip r:embed="rId1"/>
          <a:stretch>
            <a:fillRect/>
          </a:stretch>
        </p:blipFill>
        <p:spPr>
          <a:xfrm>
            <a:off x="5529576" y="973633"/>
            <a:ext cx="3271111" cy="315517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Average 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平均池化层</a:t>
            </a:r>
            <a:r>
              <a:rPr lang="zh-CN" altLang="en-US" dirty="0"/>
              <a:t> </a:t>
            </a:r>
            <a:endParaRPr dirty="0"/>
          </a:p>
        </p:txBody>
      </p:sp>
      <p:sp>
        <p:nvSpPr>
          <p:cNvPr id="481" name="Max pooling: the strongest pattern signal in a window…"/>
          <p:cNvSpPr txBox="1">
            <a:spLocks noGrp="1"/>
          </p:cNvSpPr>
          <p:nvPr>
            <p:ph type="body" idx="1"/>
          </p:nvPr>
        </p:nvSpPr>
        <p:spPr>
          <a:xfrm>
            <a:off x="321762" y="861285"/>
            <a:ext cx="8205304" cy="355392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最大池化层：每个窗口中最强的模式信号</a:t>
            </a:r>
            <a:endParaRPr lang="ja-JP" altLang="en-US"/>
          </a:p>
          <a:p>
            <a:r>
              <a:rPr lang="ja-JP" altLang="en-US"/>
              <a:t>平均池化层：</a:t>
            </a:r>
            <a:endParaRPr lang="en-US" altLang="ja-JP" dirty="0"/>
          </a:p>
          <a:p>
            <a:pPr lvl="1"/>
            <a:r>
              <a:rPr lang="zh-CN" altLang="en-US" dirty="0"/>
              <a:t>将最大池化层中的“最大”操作替换为“平均” </a:t>
            </a:r>
            <a:endParaRPr lang="en-US" dirty="0"/>
          </a:p>
          <a:p>
            <a:pPr lvl="1"/>
            <a:r>
              <a:rPr lang="ja-JP" altLang="en-US"/>
              <a:t>窗口中的平均信号强度</a:t>
            </a:r>
            <a:endParaRPr dirty="0"/>
          </a:p>
        </p:txBody>
      </p:sp>
      <p:pic>
        <p:nvPicPr>
          <p:cNvPr id="48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574" y="2980734"/>
            <a:ext cx="2444240" cy="16414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8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759" y="2974380"/>
            <a:ext cx="2502644" cy="16414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84" name="Max pooling"/>
          <p:cNvSpPr txBox="1"/>
          <p:nvPr/>
        </p:nvSpPr>
        <p:spPr>
          <a:xfrm>
            <a:off x="1951513" y="4633213"/>
            <a:ext cx="124649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r>
              <a:rPr lang="ja-JP" altLang="en-US"/>
              <a:t>最大池化层</a:t>
            </a:r>
            <a:endParaRPr dirty="0"/>
          </a:p>
        </p:txBody>
      </p:sp>
      <p:sp>
        <p:nvSpPr>
          <p:cNvPr id="485" name="Average pooling"/>
          <p:cNvSpPr txBox="1"/>
          <p:nvPr/>
        </p:nvSpPr>
        <p:spPr>
          <a:xfrm>
            <a:off x="5361835" y="4615820"/>
            <a:ext cx="124649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r>
              <a:rPr lang="ja-JP" altLang="en-US"/>
              <a:t>平均池化层</a:t>
            </a:r>
            <a:endParaRPr lang="en-US" altLang="ja-JP" dirty="0"/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总结</a:t>
            </a:r>
            <a:endParaRPr dirty="0"/>
          </a:p>
        </p:txBody>
      </p:sp>
      <p:sp>
        <p:nvSpPr>
          <p:cNvPr id="512" name="Convolutional laye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卷积层</a:t>
            </a:r>
            <a:endParaRPr lang="ja-JP" altLang="en-US"/>
          </a:p>
          <a:p>
            <a:pPr lvl="1"/>
            <a:r>
              <a:rPr lang="ja-JP" altLang="en-US"/>
              <a:t>与稠密层相比，模型容量降低</a:t>
            </a:r>
            <a:endParaRPr lang="ja-JP" altLang="en-US"/>
          </a:p>
          <a:p>
            <a:pPr lvl="1"/>
            <a:r>
              <a:rPr lang="ja-JP" altLang="en-US"/>
              <a:t>有效地检测空间</a:t>
            </a:r>
            <a:r>
              <a:rPr lang="zh-CN" altLang="en-US" dirty="0"/>
              <a:t>模式</a:t>
            </a:r>
            <a:endParaRPr lang="en-US" altLang="zh-CN" dirty="0"/>
          </a:p>
          <a:p>
            <a:pPr lvl="1"/>
            <a:r>
              <a:rPr lang="ja-JP" altLang="en-US"/>
              <a:t>计算复杂度高</a:t>
            </a:r>
            <a:endParaRPr lang="ja-JP" altLang="en-US"/>
          </a:p>
          <a:p>
            <a:pPr lvl="1"/>
            <a:r>
              <a:rPr lang="ja-JP" altLang="en-US"/>
              <a:t>通过填充，步幅和通道控制输出形状</a:t>
            </a:r>
            <a:endParaRPr lang="ja-JP" altLang="en-US"/>
          </a:p>
          <a:p>
            <a:r>
              <a:rPr lang="ja-JP" altLang="en-US"/>
              <a:t>最大</a:t>
            </a:r>
            <a:r>
              <a:rPr lang="zh-CN" altLang="en-US" dirty="0"/>
              <a:t> </a:t>
            </a:r>
            <a:r>
              <a:rPr lang="en-US" altLang="ja-JP" dirty="0"/>
              <a:t>/</a:t>
            </a:r>
            <a:r>
              <a:rPr lang="zh-CN" altLang="en-US" dirty="0"/>
              <a:t> </a:t>
            </a:r>
            <a:r>
              <a:rPr lang="ja-JP" altLang="en-US"/>
              <a:t>平均池化层</a:t>
            </a:r>
            <a:endParaRPr lang="ja-JP" altLang="en-US"/>
          </a:p>
          <a:p>
            <a:pPr lvl="1"/>
            <a:r>
              <a:rPr lang="ja-JP" altLang="en-US"/>
              <a:t>提供一定程度的平移不变性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ckTemplate-AWS">
  <a:themeElements>
    <a:clrScheme name="DeckTemplate-AWS">
      <a:dk1>
        <a:srgbClr val="474746"/>
      </a:dk1>
      <a:lt1>
        <a:srgbClr val="FFFFFF"/>
      </a:lt1>
      <a:dk2>
        <a:srgbClr val="A7A7A7"/>
      </a:dk2>
      <a:lt2>
        <a:srgbClr val="535353"/>
      </a:lt2>
      <a:accent1>
        <a:srgbClr val="FCB64C"/>
      </a:accent1>
      <a:accent2>
        <a:srgbClr val="F7A028"/>
      </a:accent2>
      <a:accent3>
        <a:srgbClr val="0C67AE"/>
      </a:accent3>
      <a:accent4>
        <a:srgbClr val="7BC233"/>
      </a:accent4>
      <a:accent5>
        <a:srgbClr val="FDD645"/>
      </a:accent5>
      <a:accent6>
        <a:srgbClr val="999A98"/>
      </a:accent6>
      <a:hlink>
        <a:srgbClr val="0000FF"/>
      </a:hlink>
      <a:folHlink>
        <a:srgbClr val="FF00FF"/>
      </a:folHlink>
    </a:clrScheme>
    <a:fontScheme name="DeckTemplate-AW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eckTemplate-AW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defRPr kumimoji="0" sz="4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474746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ckTemplate-AWS">
  <a:themeElements>
    <a:clrScheme name="DeckTemplate-AW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B64C"/>
      </a:accent1>
      <a:accent2>
        <a:srgbClr val="F7A028"/>
      </a:accent2>
      <a:accent3>
        <a:srgbClr val="0C67AE"/>
      </a:accent3>
      <a:accent4>
        <a:srgbClr val="7BC233"/>
      </a:accent4>
      <a:accent5>
        <a:srgbClr val="FDD645"/>
      </a:accent5>
      <a:accent6>
        <a:srgbClr val="999A98"/>
      </a:accent6>
      <a:hlink>
        <a:srgbClr val="0000FF"/>
      </a:hlink>
      <a:folHlink>
        <a:srgbClr val="FF00FF"/>
      </a:folHlink>
    </a:clrScheme>
    <a:fontScheme name="DeckTemplate-AW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eckTemplate-AW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defRPr kumimoji="0" sz="4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474746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3977</Words>
  <Application>WPS 演示</Application>
  <PresentationFormat>On-screen Show (16:9)</PresentationFormat>
  <Paragraphs>491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4" baseType="lpstr">
      <vt:lpstr>Arial</vt:lpstr>
      <vt:lpstr>SimSun</vt:lpstr>
      <vt:lpstr>Wingdings</vt:lpstr>
      <vt:lpstr>Arial</vt:lpstr>
      <vt:lpstr>DejaVu Sans</vt:lpstr>
      <vt:lpstr>American Typewriter</vt:lpstr>
      <vt:lpstr>Liberation Sans</vt:lpstr>
      <vt:lpstr>Cambria Math</vt:lpstr>
      <vt:lpstr>SimSun</vt:lpstr>
      <vt:lpstr>Noto Serif CJK SC</vt:lpstr>
      <vt:lpstr>Microsoft YaHei</vt:lpstr>
      <vt:lpstr>Droid Sans Fallback</vt:lpstr>
      <vt:lpstr>Arial Unicode MS</vt:lpstr>
      <vt:lpstr>DejaVu Math TeX Gyre</vt:lpstr>
      <vt:lpstr>Helvetica</vt:lpstr>
      <vt:lpstr>Quicksand Light</vt:lpstr>
      <vt:lpstr>DeckTemplate-AWS</vt:lpstr>
      <vt:lpstr>PowerPoint 演示文稿</vt:lpstr>
      <vt:lpstr>概要</vt:lpstr>
      <vt:lpstr>PowerPoint 演示文稿</vt:lpstr>
      <vt:lpstr>分类图像中的狗和猫</vt:lpstr>
      <vt:lpstr>单隐含层网络</vt:lpstr>
      <vt:lpstr>PowerPoint 演示文稿</vt:lpstr>
      <vt:lpstr>两个原则</vt:lpstr>
      <vt:lpstr>重新思考 - 稠密层</vt:lpstr>
      <vt:lpstr>原则 #1 - 平移不变性 </vt:lpstr>
      <vt:lpstr>原则 #2 - 局部性</vt:lpstr>
      <vt:lpstr>卷积层</vt:lpstr>
      <vt:lpstr>二维交叉相关</vt:lpstr>
      <vt:lpstr>内积运算就是相似度计算</vt:lpstr>
      <vt:lpstr>内积运算就是相似度计算</vt:lpstr>
      <vt:lpstr>内积运算就是相似度计算</vt:lpstr>
      <vt:lpstr>卷积计算是相似度计算</vt:lpstr>
      <vt:lpstr>PowerPoint 演示文稿</vt:lpstr>
      <vt:lpstr>二维卷积层</vt:lpstr>
      <vt:lpstr>Padding</vt:lpstr>
      <vt:lpstr>例子</vt:lpstr>
      <vt:lpstr>例子</vt:lpstr>
      <vt:lpstr>互相关与卷积</vt:lpstr>
      <vt:lpstr>1-D 和 3-D 交叉相关</vt:lpstr>
      <vt:lpstr>填充和步幅</vt:lpstr>
      <vt:lpstr>填充</vt:lpstr>
      <vt:lpstr>填充</vt:lpstr>
      <vt:lpstr>填充</vt:lpstr>
      <vt:lpstr>步幅</vt:lpstr>
      <vt:lpstr>步幅</vt:lpstr>
      <vt:lpstr>步幅</vt:lpstr>
      <vt:lpstr>多个输入和输出通道</vt:lpstr>
      <vt:lpstr>多个输入通道</vt:lpstr>
      <vt:lpstr>多个输入通道</vt:lpstr>
      <vt:lpstr>多个输入通道</vt:lpstr>
      <vt:lpstr>多个输入通道</vt:lpstr>
      <vt:lpstr>多个输出通道</vt:lpstr>
      <vt:lpstr>多个输入和输出通道</vt:lpstr>
      <vt:lpstr>1x1 卷积层</vt:lpstr>
      <vt:lpstr>PowerPoint 演示文稿</vt:lpstr>
      <vt:lpstr>池化层</vt:lpstr>
      <vt:lpstr>池化层</vt:lpstr>
      <vt:lpstr>2-D 最大池化</vt:lpstr>
      <vt:lpstr>池化</vt:lpstr>
      <vt:lpstr>2-D 最大池化</vt:lpstr>
      <vt:lpstr>池化层 - 填充，步幅和多个通道</vt:lpstr>
      <vt:lpstr>平均池化层 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hai</cp:lastModifiedBy>
  <cp:revision>144</cp:revision>
  <dcterms:created xsi:type="dcterms:W3CDTF">2026-08-02T04:34:32Z</dcterms:created>
  <dcterms:modified xsi:type="dcterms:W3CDTF">2026-08-02T04:34:32Z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E53597FAACF604F0054E506A3B7C0FD9_42</vt:lpwstr>
  </property>
  <property fmtid="{D5CDD505-2E9C-101B-9397-08002B2CF9AE}" pid="3" name="KSOProductBuildVer">
    <vt:lpwstr>2052-12.1.2.26885</vt:lpwstr>
  </property>
</Properties>
</file>